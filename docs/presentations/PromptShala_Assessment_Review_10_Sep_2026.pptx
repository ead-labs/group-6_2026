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ffadd85be342df" /><Relationship Type="http://schemas.openxmlformats.org/officeDocument/2006/relationships/extended-properties" Target="/docProps/app.xml" Id="Rc7d2b564e858400d" /><Relationship Type="http://schemas.openxmlformats.org/officeDocument/2006/relationships/officeDocument" Target="/ppt/presentation.xml" Id="R53031ae50070482e" /></Relationships>
</file>

<file path=ppt/presentation.xml><?xml version="1.0" encoding="utf-8"?>
<p:presentation xmlns:p="http://schemas.openxmlformats.org/presentationml/2006/main">
  <p:sldMasterIdLst>
    <p:sldMasterId xmlns:r="http://schemas.openxmlformats.org/officeDocument/2006/relationships" id="2147483648" r:id="R6d1e22dc902745f9"/>
  </p:sldMasterIdLst>
  <p:notesMasterIdLst>
    <p:notesMasterId xmlns:r="http://schemas.openxmlformats.org/officeDocument/2006/relationships" r:id="R6ab2c41616394c13"/>
  </p:notesMasterIdLst>
  <p:sldIdLst>
    <p:sldId xmlns:r="http://schemas.openxmlformats.org/officeDocument/2006/relationships" id="256" r:id="R659b42be098a4162"/>
    <p:sldId xmlns:r="http://schemas.openxmlformats.org/officeDocument/2006/relationships" id="257" r:id="Rb9866bc8ade444f3"/>
    <p:sldId xmlns:r="http://schemas.openxmlformats.org/officeDocument/2006/relationships" id="258" r:id="R6822487e306e454c"/>
    <p:sldId xmlns:r="http://schemas.openxmlformats.org/officeDocument/2006/relationships" id="259" r:id="Rf96deed249da49ea"/>
    <p:sldId xmlns:r="http://schemas.openxmlformats.org/officeDocument/2006/relationships" id="260" r:id="R98785f8c614945d9"/>
    <p:sldId xmlns:r="http://schemas.openxmlformats.org/officeDocument/2006/relationships" id="261" r:id="R72cc52e4f5da468e"/>
    <p:sldId xmlns:r="http://schemas.openxmlformats.org/officeDocument/2006/relationships" id="262" r:id="R5b4c612d2db44b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4e279554f245fe" /><Relationship Type="http://schemas.openxmlformats.org/officeDocument/2006/relationships/slideMaster" Target="/ppt/slideMasters/slideMaster1.xml" Id="R6d1e22dc902745f9" /><Relationship Type="http://schemas.openxmlformats.org/officeDocument/2006/relationships/notesMaster" Target="/ppt/notesMasters/notesMaster1.xml" Id="R6ab2c41616394c13" /><Relationship Type="http://schemas.openxmlformats.org/officeDocument/2006/relationships/presProps" Target="/ppt/presProps.xml" Id="R5a6293ee17764918" /><Relationship Type="http://schemas.openxmlformats.org/officeDocument/2006/relationships/tableStyles" Target="/ppt/tableStyles.xml" Id="R1a8ef565d61e46d6" /><Relationship Type="http://schemas.openxmlformats.org/officeDocument/2006/relationships/slide" Target="/ppt/slides/slide1.xml" Id="R659b42be098a4162" /><Relationship Type="http://schemas.openxmlformats.org/officeDocument/2006/relationships/slide" Target="/ppt/slides/slide2.xml" Id="Rb9866bc8ade444f3" /><Relationship Type="http://schemas.openxmlformats.org/officeDocument/2006/relationships/slide" Target="/ppt/slides/slide3.xml" Id="R6822487e306e454c" /><Relationship Type="http://schemas.openxmlformats.org/officeDocument/2006/relationships/slide" Target="/ppt/slides/slide4.xml" Id="Rf96deed249da49ea" /><Relationship Type="http://schemas.openxmlformats.org/officeDocument/2006/relationships/slide" Target="/ppt/slides/slide5.xml" Id="R98785f8c614945d9" /><Relationship Type="http://schemas.openxmlformats.org/officeDocument/2006/relationships/slide" Target="/ppt/slides/slide6.xml" Id="R72cc52e4f5da468e" /><Relationship Type="http://schemas.openxmlformats.org/officeDocument/2006/relationships/slide" Target="/ppt/slides/slide7.xml" Id="R5b4c612d2db44b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f6aaa1eeec49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0ad3546cc04ec8" /><Relationship Type="http://schemas.openxmlformats.org/officeDocument/2006/relationships/notesMaster" Target="/ppt/notesMasters/notesMaster1.xml" Id="Redb4ed68edc44f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e03fd6f3e047d8" /><Relationship Type="http://schemas.openxmlformats.org/officeDocument/2006/relationships/notesMaster" Target="/ppt/notesMasters/notesMaster1.xml" Id="R1dc507d3ce2642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12079aad7043e8" /><Relationship Type="http://schemas.openxmlformats.org/officeDocument/2006/relationships/notesMaster" Target="/ppt/notesMasters/notesMaster1.xml" Id="R5241e7a7eacc40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0f076976444ad0" /><Relationship Type="http://schemas.openxmlformats.org/officeDocument/2006/relationships/notesMaster" Target="/ppt/notesMasters/notesMaster1.xml" Id="R0fe70d1785db4c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b9f3960de94ee6" /><Relationship Type="http://schemas.openxmlformats.org/officeDocument/2006/relationships/notesMaster" Target="/ppt/notesMasters/notesMaster1.xml" Id="Rd9b1364f4aae41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c1600aa5274dad" /><Relationship Type="http://schemas.openxmlformats.org/officeDocument/2006/relationships/notesMaster" Target="/ppt/notesMasters/notesMaster1.xml" Id="Rf0dddc8b9f2448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055c15faf643aa" /><Relationship Type="http://schemas.openxmlformats.org/officeDocument/2006/relationships/notesMaster" Target="/ppt/notesMasters/notesMaster1.xml" Id="R8343f6f0bdfe4a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Darshan. Timing: 20 seconds. PromptShala helps beginner school teachers learn practical AI use through short activities and feedback. We will show the teacher persona, working participant journey, live CRAFT evaluation, engineering evidence and the next delivery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Vishal. Timing: 35 seconds. We designed for Meera, a beginner school teacher with limited time and mixed device access. The persona led directly to short activities, plain language, clear lock states, captions, transcripts, keyboard focus and mobile navigation. The Stitch wireframes were refined into the working responsive screens shown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Darshan. Timing: 55 seconds. The approved flow now works from sign-in through Module 2 unlock. Module 1 contains three short lessons, transcripts and concept checks. A three-out-of-five result shows focused feedback and an immediate retry. Four out of five meets the 70 percent rule, preserves the best score and unlocks the next 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Ashok. Timing: 55 seconds. CRAFT means Context, Role, Action, Format and Target. The weak prompt receives one point out of fifteen because the action is present but vague. The revised prompt receives detailed feedback for all five dimensions and reaches fifteen. The evaluator runs on the server. The browser never receives the key, raw prompts are not stored, and the deterministic CRAFT fallback remains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Raghuram. Timing: 40 seconds. The final suite contains 56 automated tests, and lint, type checking and the production build pass. We applied three migrations to the connected Supabase project, seeded four modules and verified RLS on twelve public tables. The health route reports Supabase and the evaluator as configured. The remaining boundary is a real two-participant staging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Vishal. Timing: 40 seconds. We divided delivery into four equally sized workstreams. Darshan owns planning and client flow. I own the persona and responsive experience. Ashok owns learning content and CRAFT review. Raghuram owns platform validation and staging. The evidence includes HLD v1.3, four meeting records, twenty Jira tasks with five per member, and sixteen scoped commits on the review branch. GitHub attribution remains truthful to the account that commits or reviews.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Raghuram. Timing: 30 seconds. For the next client review we will show a stable staging link, real sign-in, two-participant data isolation, server-backed lesson and quiz progress, and the Module 1 test report. We need confirmation on CRAFT wording, scenario priority, pilot context, privacy wording and one safe teacher-owned source. The final presentation date remains 15 October.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06bfd2bda64e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3f3cf4650940f1" /><Relationship Type="http://schemas.openxmlformats.org/officeDocument/2006/relationships/slideLayout" Target="/ppt/slideLayouts/slideLayout1.xml" Id="R87f33884d0fe41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f33884d0fe41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5c055fbc8e4503" /><Relationship Type="http://schemas.openxmlformats.org/officeDocument/2006/relationships/image" Target="/ppt/media/image.png" Id="R802cc6fb82214d12" /><Relationship Type="http://schemas.openxmlformats.org/officeDocument/2006/relationships/notesSlide" Target="/ppt/notesSlides/notesSlide1.xml" Id="Racb38188997543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7b30bc481e4906" /><Relationship Type="http://schemas.openxmlformats.org/officeDocument/2006/relationships/image" Target="/ppt/media/image2.png" Id="R0710b1ef109a476d" /><Relationship Type="http://schemas.openxmlformats.org/officeDocument/2006/relationships/image" Target="/ppt/media/image3.png" Id="R69ae032f06cd4399" /><Relationship Type="http://schemas.openxmlformats.org/officeDocument/2006/relationships/notesSlide" Target="/ppt/notesSlides/notesSlide2.xml" Id="Raf2b3f5da0dc46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c2c9f105f84ca8" /><Relationship Type="http://schemas.openxmlformats.org/officeDocument/2006/relationships/image" Target="/ppt/media/image4.png" Id="R8bf4c73ff62e4947" /><Relationship Type="http://schemas.openxmlformats.org/officeDocument/2006/relationships/image" Target="/ppt/media/image5.png" Id="R9fb99778fb48402f" /><Relationship Type="http://schemas.openxmlformats.org/officeDocument/2006/relationships/image" Target="/ppt/media/image6.png" Id="R3bbb8273dba64c58" /><Relationship Type="http://schemas.openxmlformats.org/officeDocument/2006/relationships/image" Target="/ppt/media/image7.png" Id="R395e64e605224c57" /><Relationship Type="http://schemas.openxmlformats.org/officeDocument/2006/relationships/notesSlide" Target="/ppt/notesSlides/notesSlide3.xml" Id="R7898acf00c5641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85d6cf10074458" /><Relationship Type="http://schemas.openxmlformats.org/officeDocument/2006/relationships/image" Target="/ppt/media/image8.png" Id="R41039c77bcf84af6" /><Relationship Type="http://schemas.openxmlformats.org/officeDocument/2006/relationships/image" Target="/ppt/media/image9.png" Id="R7c0ae3ea9bda440c" /><Relationship Type="http://schemas.openxmlformats.org/officeDocument/2006/relationships/notesSlide" Target="/ppt/notesSlides/notesSlide4.xml" Id="R1d042205a5c640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f66d486b524cc6" /><Relationship Type="http://schemas.openxmlformats.org/officeDocument/2006/relationships/image" Target="/ppt/media/image10.png" Id="R9a405fe592634910" /><Relationship Type="http://schemas.openxmlformats.org/officeDocument/2006/relationships/notesSlide" Target="/ppt/notesSlides/notesSlide5.xml" Id="Ra64d6c73204141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d2513a74004323" /><Relationship Type="http://schemas.openxmlformats.org/officeDocument/2006/relationships/notesSlide" Target="/ppt/notesSlides/notesSlide6.xml" Id="R639ba3afa0c347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b285f705c5424e" /><Relationship Type="http://schemas.openxmlformats.org/officeDocument/2006/relationships/notesSlide" Target="/ppt/notesSlides/notesSlide7.xml" Id="Rf4943abbbdc44b10" /></Relationships>
</file>

<file path=ppt/slides/slide1.xml><?xml version="1.0" encoding="utf-8"?>
<p:sld xmlns:p="http://schemas.openxmlformats.org/presentationml/2006/main">
  <p:cSld>
    <p:bg>
      <p:bgPr>
        <a:solidFill xmlns:a="http://schemas.openxmlformats.org/drawingml/2006/main">
          <a:srgbClr val="102D2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E5910D-F463-4797-BEA4-CDF4CF967919}"/>
              </a:ext>
            </a:extLst>
          </p:cNvPr>
          <p:cNvSpPr>
            <a:spLocks xmlns:a="http://schemas.openxmlformats.org/drawingml/2006/main" noGrp="1"/>
          </p:cNvSpPr>
          <p:nvPr/>
        </p:nvSpPr>
        <p:spPr>
          <a:xfrm xmlns:a="http://schemas.openxmlformats.org/drawingml/2006/main">
            <a:off x="647700" y="8382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5250" b="1">
                <a:solidFill>
                  <a:srgbClr val="F7F2E7"/>
                </a:solidFill>
                <a:latin typeface="Georgia"/>
                <a:ea typeface="Georgia"/>
                <a:cs typeface="Georgia"/>
              </a:defRPr>
            </a:pPr>
            <a:r>
              <a:rPr sz="5250" b="1">
                <a:solidFill>
                  <a:srgbClr val="F7F2E7"/>
                </a:solidFill>
                <a:latin typeface="Georgia"/>
                <a:ea typeface="Georgia"/>
                <a:cs typeface="Georgia"/>
              </a:rPr>
              <a:t>PromptShala</a:t>
            </a:r>
          </a:p>
        </p:txBody>
      </p:sp>
      <p:sp>
        <p:nvSpPr>
          <p:cNvPr id="2" name="">
            <a:extLst xmlns:a="http://schemas.openxmlformats.org/drawingml/2006/main">
              <a:ext uri="{FF2B5EF4-FFF2-40B4-BE49-F238E27FC236}">
                <a16:creationId xmlns:a16="http://schemas.microsoft.com/office/drawing/2014/main" id="{69EA4353-7A81-4594-8480-8F8886AA18DE}"/>
              </a:ext>
            </a:extLst>
          </p:cNvPr>
          <p:cNvSpPr>
            <a:spLocks xmlns:a="http://schemas.openxmlformats.org/drawingml/2006/main" noGrp="1"/>
          </p:cNvSpPr>
          <p:nvPr/>
        </p:nvSpPr>
        <p:spPr>
          <a:xfrm xmlns:a="http://schemas.openxmlformats.org/drawingml/2006/main">
            <a:off x="685800" y="1809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DDE8DE"/>
                </a:solidFill>
                <a:latin typeface="Arial"/>
                <a:ea typeface="Arial"/>
                <a:cs typeface="Arial"/>
              </a:defRPr>
            </a:pPr>
            <a:r>
              <a:rPr sz="2025" b="1">
                <a:solidFill>
                  <a:srgbClr val="DDE8DE"/>
                </a:solidFill>
                <a:latin typeface="Arial"/>
                <a:ea typeface="Arial"/>
                <a:cs typeface="Arial"/>
              </a:rPr>
              <a:t>Five-minute assessment review</a:t>
            </a:r>
          </a:p>
        </p:txBody>
      </p:sp>
      <p:sp>
        <p:nvSpPr>
          <p:cNvPr id="3" name="">
            <a:extLst xmlns:a="http://schemas.openxmlformats.org/drawingml/2006/main">
              <a:ext uri="{FF2B5EF4-FFF2-40B4-BE49-F238E27FC236}">
                <a16:creationId xmlns:a16="http://schemas.microsoft.com/office/drawing/2014/main" id="{69EFC0D5-468E-4265-A115-2BE40BC59C08}"/>
              </a:ext>
            </a:extLst>
          </p:cNvPr>
          <p:cNvSpPr>
            <a:spLocks xmlns:a="http://schemas.openxmlformats.org/drawingml/2006/main" noGrp="1"/>
          </p:cNvSpPr>
          <p:nvPr/>
        </p:nvSpPr>
        <p:spPr>
          <a:xfrm xmlns:a="http://schemas.openxmlformats.org/drawingml/2006/main">
            <a:off x="685800" y="2781300"/>
            <a:ext cx="4000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2325" b="1">
                <a:solidFill>
                  <a:srgbClr val="FFFFFF"/>
                </a:solidFill>
                <a:latin typeface="Georgia"/>
                <a:ea typeface="Georgia"/>
                <a:cs typeface="Georgia"/>
              </a:defRPr>
            </a:pPr>
            <a:r>
              <a:rPr sz="2325" b="1">
                <a:solidFill>
                  <a:srgbClr val="FFFFFF"/>
                </a:solidFill>
                <a:latin typeface="Georgia"/>
                <a:ea typeface="Georgia"/>
                <a:cs typeface="Georgia"/>
              </a:rPr>
              <a:t>Practical AI literacy for beginner school teachers</a:t>
            </a:r>
          </a:p>
        </p:txBody>
      </p:sp>
      <p:sp>
        <p:nvSpPr>
          <p:cNvPr id="4" name="">
            <a:extLst xmlns:a="http://schemas.openxmlformats.org/drawingml/2006/main">
              <a:ext uri="{FF2B5EF4-FFF2-40B4-BE49-F238E27FC236}">
                <a16:creationId xmlns:a16="http://schemas.microsoft.com/office/drawing/2014/main" id="{E0E2DEDF-A63F-4122-98C7-D2E9BFC82524}"/>
              </a:ext>
            </a:extLst>
          </p:cNvPr>
          <p:cNvSpPr>
            <a:spLocks xmlns:a="http://schemas.openxmlformats.org/drawingml/2006/main" noGrp="1"/>
          </p:cNvSpPr>
          <p:nvPr/>
        </p:nvSpPr>
        <p:spPr>
          <a:xfrm xmlns:a="http://schemas.openxmlformats.org/drawingml/2006/main">
            <a:off x="685800" y="546735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a:solidFill>
                  <a:srgbClr val="BFD0C8"/>
                </a:solidFill>
                <a:latin typeface="Arial"/>
                <a:ea typeface="Arial"/>
                <a:cs typeface="Arial"/>
              </a:defRPr>
            </a:pPr>
            <a:r>
              <a:rPr sz="1200" b="0">
                <a:solidFill>
                  <a:srgbClr val="BFD0C8"/>
                </a:solidFill>
                <a:latin typeface="Arial"/>
                <a:ea typeface="Arial"/>
                <a:cs typeface="Arial"/>
              </a:rPr>
              <a:t>10 September 2026</a:t>
            </a:r>
          </a:p>
          <a:p xmlns:a="http://schemas.openxmlformats.org/drawingml/2006/main">
            <a:pPr algn="l">
              <a:lnSpc>
                <a:spcPct val="125000"/>
              </a:lnSpc>
              <a:buNone/>
              <a:defRPr sz="1200" b="0">
                <a:solidFill>
                  <a:srgbClr val="BFD0C8"/>
                </a:solidFill>
                <a:latin typeface="Arial"/>
                <a:ea typeface="Arial"/>
                <a:cs typeface="Arial"/>
              </a:defRPr>
            </a:pPr>
            <a:r>
              <a:rPr sz="1200" b="0">
                <a:solidFill>
                  <a:srgbClr val="BFD0C8"/>
                </a:solidFill>
                <a:latin typeface="Arial"/>
                <a:ea typeface="Arial"/>
                <a:cs typeface="Arial"/>
              </a:rPr>
              <a:t>ET 617 Group 6</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02cc6fb82214d12"/>
          <a:srcRect xmlns:a="http://schemas.openxmlformats.org/drawingml/2006/main" l="0" t="148" r="0" b="148"/>
          <a:stretch xmlns:a="http://schemas.openxmlformats.org/drawingml/2006/main">
            <a:fillRect l="0" t="0" r="0" b="0"/>
          </a:stretch>
        </p:blipFill>
        <p:spPr>
          <a:xfrm xmlns:a="http://schemas.openxmlformats.org/drawingml/2006/main">
            <a:off x="5219700" y="1285875"/>
            <a:ext cx="6419850" cy="4000500"/>
          </a:xfrm>
          <a:prstGeom xmlns:a="http://schemas.openxmlformats.org/drawingml/2006/main" prst="roundRect">
            <a:avLst>
              <a:gd name="adj" fmla="val 3333"/>
            </a:avLst>
          </a:prstGeom>
        </p:spPr>
      </p:pic>
      <p:sp>
        <p:nvSpPr>
          <p:cNvPr id="6" name="">
            <a:extLst xmlns:a="http://schemas.openxmlformats.org/drawingml/2006/main">
              <a:ext uri="{FF2B5EF4-FFF2-40B4-BE49-F238E27FC236}">
                <a16:creationId xmlns:a16="http://schemas.microsoft.com/office/drawing/2014/main" id="{FCC3F7C3-B834-434F-9BF3-0399D5E7042C}"/>
              </a:ext>
            </a:extLst>
          </p:cNvPr>
          <p:cNvSpPr>
            <a:spLocks xmlns:a="http://schemas.openxmlformats.org/drawingml/2006/main" noGrp="1"/>
          </p:cNvSpPr>
          <p:nvPr/>
        </p:nvSpPr>
        <p:spPr>
          <a:xfrm xmlns:a="http://schemas.openxmlformats.org/drawingml/2006/main">
            <a:off x="6572250" y="5543550"/>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DDE8DE"/>
                </a:solidFill>
                <a:latin typeface="Arial"/>
                <a:ea typeface="Arial"/>
                <a:cs typeface="Arial"/>
              </a:defRPr>
            </a:pPr>
            <a:r>
              <a:rPr sz="1050" b="1">
                <a:solidFill>
                  <a:srgbClr val="DDE8DE"/>
                </a:solidFill>
                <a:latin typeface="Arial"/>
                <a:ea typeface="Arial"/>
                <a:cs typeface="Arial"/>
              </a:rPr>
              <a:t>Working product, AI feedback and delivery evidence</a:t>
            </a:r>
          </a:p>
        </p:txBody>
      </p:sp>
    </p:spTree>
    <p:extLst>
      <p:ext uri="{BB962C8B-B14F-4D97-AF65-F5344CB8AC3E}">
        <p14:creationId xmlns:p14="http://schemas.microsoft.com/office/powerpoint/2010/main" val="930713167"/>
      </p:ext>
    </p:extLst>
  </p:cSld>
</p:sld>
</file>

<file path=ppt/slides/slide2.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5C6EABB-1737-45E7-A810-F97DF6F4EC88}"/>
              </a:ext>
            </a:extLst>
          </p:cNvPr>
          <p:cNvSpPr>
            <a:spLocks xmlns:a="http://schemas.openxmlformats.org/drawingml/2006/main" noGrp="1"/>
          </p:cNvSpPr>
          <p:nvPr/>
        </p:nvSpPr>
        <p:spPr>
          <a:xfrm xmlns:a="http://schemas.openxmlformats.org/drawingml/2006/main">
            <a:off x="55245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a:solidFill>
                  <a:srgbClr val="102D27"/>
                </a:solidFill>
                <a:latin typeface="Georgia"/>
                <a:ea typeface="Georgia"/>
                <a:cs typeface="Georgia"/>
              </a:defRPr>
            </a:pPr>
            <a:r>
              <a:rPr sz="3150" b="1">
                <a:solidFill>
                  <a:srgbClr val="102D27"/>
                </a:solidFill>
                <a:latin typeface="Georgia"/>
                <a:ea typeface="Georgia"/>
                <a:cs typeface="Georgia"/>
              </a:rPr>
              <a:t>The teacher persona shaped the product</a:t>
            </a:r>
          </a:p>
        </p:txBody>
      </p:sp>
      <p:sp>
        <p:nvSpPr>
          <p:cNvPr id="2" name="">
            <a:extLst xmlns:a="http://schemas.openxmlformats.org/drawingml/2006/main">
              <a:ext uri="{FF2B5EF4-FFF2-40B4-BE49-F238E27FC236}">
                <a16:creationId xmlns:a16="http://schemas.microsoft.com/office/drawing/2014/main" id="{615A0ABE-FA7F-486A-B5A8-86F63E953433}"/>
              </a:ext>
            </a:extLst>
          </p:cNvPr>
          <p:cNvSpPr>
            <a:spLocks xmlns:a="http://schemas.openxmlformats.org/drawingml/2006/main" noGrp="1"/>
          </p:cNvSpPr>
          <p:nvPr/>
        </p:nvSpPr>
        <p:spPr>
          <a:xfrm xmlns:a="http://schemas.openxmlformats.org/drawingml/2006/main">
            <a:off x="590550" y="11811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900" b="1">
                <a:solidFill>
                  <a:srgbClr val="173E35"/>
                </a:solidFill>
                <a:latin typeface="Georgia"/>
                <a:ea typeface="Georgia"/>
                <a:cs typeface="Georgia"/>
              </a:defRPr>
            </a:pPr>
            <a:r>
              <a:rPr sz="3900" b="1">
                <a:solidFill>
                  <a:srgbClr val="173E35"/>
                </a:solidFill>
                <a:latin typeface="Georgia"/>
                <a:ea typeface="Georgia"/>
                <a:cs typeface="Georgia"/>
              </a:rPr>
              <a:t>Meera</a:t>
            </a:r>
          </a:p>
        </p:txBody>
      </p:sp>
      <p:sp>
        <p:nvSpPr>
          <p:cNvPr id="3" name="">
            <a:extLst xmlns:a="http://schemas.openxmlformats.org/drawingml/2006/main">
              <a:ext uri="{FF2B5EF4-FFF2-40B4-BE49-F238E27FC236}">
                <a16:creationId xmlns:a16="http://schemas.microsoft.com/office/drawing/2014/main" id="{CFD4D195-30A4-4EAB-A68B-DB60FFE56BE1}"/>
              </a:ext>
            </a:extLst>
          </p:cNvPr>
          <p:cNvSpPr>
            <a:spLocks xmlns:a="http://schemas.openxmlformats.org/drawingml/2006/main" noGrp="1"/>
          </p:cNvSpPr>
          <p:nvPr/>
        </p:nvSpPr>
        <p:spPr>
          <a:xfrm xmlns:a="http://schemas.openxmlformats.org/drawingml/2006/main">
            <a:off x="609600" y="187642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E66B52"/>
                </a:solidFill>
                <a:latin typeface="Arial"/>
                <a:ea typeface="Arial"/>
                <a:cs typeface="Arial"/>
              </a:defRPr>
            </a:pPr>
            <a:r>
              <a:rPr sz="1500" b="1">
                <a:solidFill>
                  <a:srgbClr val="E66B52"/>
                </a:solidFill>
                <a:latin typeface="Arial"/>
                <a:ea typeface="Arial"/>
                <a:cs typeface="Arial"/>
              </a:rPr>
              <a:t>Science teacher, Classes 5 to 7</a:t>
            </a:r>
          </a:p>
        </p:txBody>
      </p:sp>
      <p:sp>
        <p:nvSpPr>
          <p:cNvPr id="4" name="">
            <a:extLst xmlns:a="http://schemas.openxmlformats.org/drawingml/2006/main">
              <a:ext uri="{FF2B5EF4-FFF2-40B4-BE49-F238E27FC236}">
                <a16:creationId xmlns:a16="http://schemas.microsoft.com/office/drawing/2014/main" id="{54A9804F-1C12-4E20-B321-D170CADC73F1}"/>
              </a:ext>
            </a:extLst>
          </p:cNvPr>
          <p:cNvSpPr>
            <a:spLocks xmlns:a="http://schemas.openxmlformats.org/drawingml/2006/main" noGrp="1"/>
          </p:cNvSpPr>
          <p:nvPr/>
        </p:nvSpPr>
        <p:spPr>
          <a:xfrm xmlns:a="http://schemas.openxmlformats.org/drawingml/2006/main">
            <a:off x="590550" y="2495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D0D1723-B7B8-49DE-A448-A66A4EE7C42C}"/>
              </a:ext>
            </a:extLst>
          </p:cNvPr>
          <p:cNvSpPr>
            <a:spLocks xmlns:a="http://schemas.openxmlformats.org/drawingml/2006/main" noGrp="1"/>
          </p:cNvSpPr>
          <p:nvPr/>
        </p:nvSpPr>
        <p:spPr>
          <a:xfrm xmlns:a="http://schemas.openxmlformats.org/drawingml/2006/main">
            <a:off x="1085850" y="24574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E2A27"/>
                </a:solidFill>
                <a:latin typeface="Arial"/>
                <a:ea typeface="Arial"/>
                <a:cs typeface="Arial"/>
              </a:defRPr>
            </a:pPr>
            <a:r>
              <a:rPr sz="1425" b="0">
                <a:solidFill>
                  <a:srgbClr val="1E2A27"/>
                </a:solidFill>
                <a:latin typeface="Arial"/>
                <a:ea typeface="Arial"/>
                <a:cs typeface="Arial"/>
              </a:rPr>
              <a:t>Beginner with generative AI</a:t>
            </a:r>
          </a:p>
        </p:txBody>
      </p:sp>
      <p:sp>
        <p:nvSpPr>
          <p:cNvPr id="6" name="">
            <a:extLst xmlns:a="http://schemas.openxmlformats.org/drawingml/2006/main">
              <a:ext uri="{FF2B5EF4-FFF2-40B4-BE49-F238E27FC236}">
                <a16:creationId xmlns:a16="http://schemas.microsoft.com/office/drawing/2014/main" id="{0E786E3E-161C-486A-BFC4-39E67F43921D}"/>
              </a:ext>
            </a:extLst>
          </p:cNvPr>
          <p:cNvSpPr>
            <a:spLocks xmlns:a="http://schemas.openxmlformats.org/drawingml/2006/main" noGrp="1"/>
          </p:cNvSpPr>
          <p:nvPr/>
        </p:nvSpPr>
        <p:spPr>
          <a:xfrm xmlns:a="http://schemas.openxmlformats.org/drawingml/2006/main">
            <a:off x="590550" y="3105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C2984EFF-B09D-4F6E-BF07-02923B887357}"/>
              </a:ext>
            </a:extLst>
          </p:cNvPr>
          <p:cNvSpPr>
            <a:spLocks xmlns:a="http://schemas.openxmlformats.org/drawingml/2006/main" noGrp="1"/>
          </p:cNvSpPr>
          <p:nvPr/>
        </p:nvSpPr>
        <p:spPr>
          <a:xfrm xmlns:a="http://schemas.openxmlformats.org/drawingml/2006/main">
            <a:off x="1085850" y="30670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E2A27"/>
                </a:solidFill>
                <a:latin typeface="Arial"/>
                <a:ea typeface="Arial"/>
                <a:cs typeface="Arial"/>
              </a:defRPr>
            </a:pPr>
            <a:r>
              <a:rPr sz="1425" b="0">
                <a:solidFill>
                  <a:srgbClr val="1E2A27"/>
                </a:solidFill>
                <a:latin typeface="Arial"/>
                <a:ea typeface="Arial"/>
                <a:cs typeface="Arial"/>
              </a:rPr>
              <a:t>Uses a phone or shared laptop</a:t>
            </a:r>
          </a:p>
        </p:txBody>
      </p:sp>
      <p:sp>
        <p:nvSpPr>
          <p:cNvPr id="8" name="">
            <a:extLst xmlns:a="http://schemas.openxmlformats.org/drawingml/2006/main">
              <a:ext uri="{FF2B5EF4-FFF2-40B4-BE49-F238E27FC236}">
                <a16:creationId xmlns:a16="http://schemas.microsoft.com/office/drawing/2014/main" id="{0CF9BB85-82C3-4377-9C24-2982B4739143}"/>
              </a:ext>
            </a:extLst>
          </p:cNvPr>
          <p:cNvSpPr>
            <a:spLocks xmlns:a="http://schemas.openxmlformats.org/drawingml/2006/main" noGrp="1"/>
          </p:cNvSpPr>
          <p:nvPr/>
        </p:nvSpPr>
        <p:spPr>
          <a:xfrm xmlns:a="http://schemas.openxmlformats.org/drawingml/2006/main">
            <a:off x="590550" y="37147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0870874A-520E-4529-A0C2-B21870CDFFFE}"/>
              </a:ext>
            </a:extLst>
          </p:cNvPr>
          <p:cNvSpPr>
            <a:spLocks xmlns:a="http://schemas.openxmlformats.org/drawingml/2006/main" noGrp="1"/>
          </p:cNvSpPr>
          <p:nvPr/>
        </p:nvSpPr>
        <p:spPr>
          <a:xfrm xmlns:a="http://schemas.openxmlformats.org/drawingml/2006/main">
            <a:off x="1085850" y="36766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E2A27"/>
                </a:solidFill>
                <a:latin typeface="Arial"/>
                <a:ea typeface="Arial"/>
                <a:cs typeface="Arial"/>
              </a:defRPr>
            </a:pPr>
            <a:r>
              <a:rPr sz="1425" b="0">
                <a:solidFill>
                  <a:srgbClr val="1E2A27"/>
                </a:solidFill>
                <a:latin typeface="Arial"/>
                <a:ea typeface="Arial"/>
                <a:cs typeface="Arial"/>
              </a:rPr>
              <a:t>Has 20 to 30 minutes per session</a:t>
            </a:r>
          </a:p>
        </p:txBody>
      </p:sp>
      <p:sp>
        <p:nvSpPr>
          <p:cNvPr id="10" name="">
            <a:extLst xmlns:a="http://schemas.openxmlformats.org/drawingml/2006/main">
              <a:ext uri="{FF2B5EF4-FFF2-40B4-BE49-F238E27FC236}">
                <a16:creationId xmlns:a16="http://schemas.microsoft.com/office/drawing/2014/main" id="{1FF5DBCA-6AA7-490C-9E05-0F13D52465FD}"/>
              </a:ext>
            </a:extLst>
          </p:cNvPr>
          <p:cNvSpPr>
            <a:spLocks xmlns:a="http://schemas.openxmlformats.org/drawingml/2006/main" noGrp="1"/>
          </p:cNvSpPr>
          <p:nvPr/>
        </p:nvSpPr>
        <p:spPr>
          <a:xfrm xmlns:a="http://schemas.openxmlformats.org/drawingml/2006/main">
            <a:off x="590550" y="43243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33057040-AEA6-4FF9-81D4-CF7785F6CEBC}"/>
              </a:ext>
            </a:extLst>
          </p:cNvPr>
          <p:cNvSpPr>
            <a:spLocks xmlns:a="http://schemas.openxmlformats.org/drawingml/2006/main" noGrp="1"/>
          </p:cNvSpPr>
          <p:nvPr/>
        </p:nvSpPr>
        <p:spPr>
          <a:xfrm xmlns:a="http://schemas.openxmlformats.org/drawingml/2006/main">
            <a:off x="1085850" y="428625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E2A27"/>
                </a:solidFill>
                <a:latin typeface="Arial"/>
                <a:ea typeface="Arial"/>
                <a:cs typeface="Arial"/>
              </a:defRPr>
            </a:pPr>
            <a:r>
              <a:rPr sz="1425" b="0">
                <a:solidFill>
                  <a:srgbClr val="1E2A27"/>
                </a:solidFill>
                <a:latin typeface="Arial"/>
                <a:ea typeface="Arial"/>
                <a:cs typeface="Arial"/>
              </a:rPr>
              <a:t>Needs plain feedback and safe classroom outputs</a:t>
            </a:r>
          </a:p>
        </p:txBody>
      </p:sp>
      <p:sp>
        <p:nvSpPr>
          <p:cNvPr id="12" name="">
            <a:extLst xmlns:a="http://schemas.openxmlformats.org/drawingml/2006/main">
              <a:ext uri="{FF2B5EF4-FFF2-40B4-BE49-F238E27FC236}">
                <a16:creationId xmlns:a16="http://schemas.microsoft.com/office/drawing/2014/main" id="{26D525CD-5C9C-41D6-801D-4599356E9E1E}"/>
              </a:ext>
            </a:extLst>
          </p:cNvPr>
          <p:cNvSpPr>
            <a:spLocks xmlns:a="http://schemas.openxmlformats.org/drawingml/2006/main" noGrp="1"/>
          </p:cNvSpPr>
          <p:nvPr/>
        </p:nvSpPr>
        <p:spPr>
          <a:xfrm xmlns:a="http://schemas.openxmlformats.org/drawingml/2006/main">
            <a:off x="609600" y="52768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47715F"/>
                </a:solidFill>
                <a:latin typeface="Arial"/>
                <a:ea typeface="Arial"/>
                <a:cs typeface="Arial"/>
              </a:defRPr>
            </a:pPr>
            <a:r>
              <a:rPr sz="1200" b="1">
                <a:solidFill>
                  <a:srgbClr val="47715F"/>
                </a:solidFill>
                <a:latin typeface="Arial"/>
                <a:ea typeface="Arial"/>
                <a:cs typeface="Arial"/>
              </a:rPr>
              <a:t>Design response</a:t>
            </a:r>
          </a:p>
        </p:txBody>
      </p:sp>
      <p:sp>
        <p:nvSpPr>
          <p:cNvPr id="13" name="">
            <a:extLst xmlns:a="http://schemas.openxmlformats.org/drawingml/2006/main">
              <a:ext uri="{FF2B5EF4-FFF2-40B4-BE49-F238E27FC236}">
                <a16:creationId xmlns:a16="http://schemas.microsoft.com/office/drawing/2014/main" id="{B97C157F-FE6F-47E2-B013-CCC1E59E455C}"/>
              </a:ext>
            </a:extLst>
          </p:cNvPr>
          <p:cNvSpPr>
            <a:spLocks xmlns:a="http://schemas.openxmlformats.org/drawingml/2006/main" noGrp="1"/>
          </p:cNvSpPr>
          <p:nvPr/>
        </p:nvSpPr>
        <p:spPr>
          <a:xfrm xmlns:a="http://schemas.openxmlformats.org/drawingml/2006/main">
            <a:off x="609600" y="558165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145"/>
          </a:bodyPr>
          <a:lstStyle xmlns:a="http://schemas.openxmlformats.org/drawingml/2006/main"/>
          <a:p xmlns:a="http://schemas.openxmlformats.org/drawingml/2006/main">
            <a:pPr algn="l">
              <a:lnSpc>
                <a:spcPct val="110000"/>
              </a:lnSpc>
              <a:buNone/>
              <a:defRPr sz="1575" b="1">
                <a:solidFill>
                  <a:srgbClr val="102D27"/>
                </a:solidFill>
                <a:latin typeface="Georgia"/>
                <a:ea typeface="Georgia"/>
                <a:cs typeface="Georgia"/>
              </a:defRPr>
            </a:pPr>
            <a:r>
              <a:rPr sz="1575" b="1">
                <a:solidFill>
                  <a:srgbClr val="102D27"/>
                </a:solidFill>
                <a:latin typeface="Georgia"/>
                <a:ea typeface="Georgia"/>
                <a:cs typeface="Georgia"/>
              </a:rPr>
              <a:t>Short activities, clear locks, transcripts, captions, keyboard focus and mobile navigation</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0710b1ef109a476d"/>
          <a:srcRect xmlns:a="http://schemas.openxmlformats.org/drawingml/2006/main" l="0" t="3898" r="0" b="3898"/>
          <a:stretch xmlns:a="http://schemas.openxmlformats.org/drawingml/2006/main">
            <a:fillRect l="0" t="0" r="0" b="0"/>
          </a:stretch>
        </p:blipFill>
        <p:spPr>
          <a:xfrm xmlns:a="http://schemas.openxmlformats.org/drawingml/2006/main">
            <a:off x="5924550" y="1219200"/>
            <a:ext cx="5619750" cy="3238500"/>
          </a:xfrm>
          <a:prstGeom xmlns:a="http://schemas.openxmlformats.org/drawingml/2006/main" prst="roundRect">
            <a:avLst>
              <a:gd name="adj" fmla="val 4118"/>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9ae032f06cd4399"/>
          <a:stretch xmlns:a="http://schemas.openxmlformats.org/drawingml/2006/main"/>
        </p:blipFill>
        <p:spPr>
          <a:xfrm xmlns:a="http://schemas.openxmlformats.org/drawingml/2006/main">
            <a:off x="8315573" y="4648200"/>
            <a:ext cx="818653" cy="1771650"/>
          </a:xfrm>
          <a:prstGeom xmlns:a="http://schemas.openxmlformats.org/drawingml/2006/main" prst="roundRect">
            <a:avLst>
              <a:gd name="adj" fmla="val 7778"/>
            </a:avLst>
          </a:prstGeom>
        </p:spPr>
      </p:pic>
      <p:sp>
        <p:nvSpPr>
          <p:cNvPr id="16" name="">
            <a:extLst xmlns:a="http://schemas.openxmlformats.org/drawingml/2006/main">
              <a:ext uri="{FF2B5EF4-FFF2-40B4-BE49-F238E27FC236}">
                <a16:creationId xmlns:a16="http://schemas.microsoft.com/office/drawing/2014/main" id="{33CD6BE8-318E-4B43-BEE6-3412C2E9C38D}"/>
              </a:ext>
            </a:extLst>
          </p:cNvPr>
          <p:cNvSpPr>
            <a:spLocks xmlns:a="http://schemas.openxmlformats.org/drawingml/2006/main" noGrp="1"/>
          </p:cNvSpPr>
          <p:nvPr/>
        </p:nvSpPr>
        <p:spPr>
          <a:xfrm xmlns:a="http://schemas.openxmlformats.org/drawingml/2006/main">
            <a:off x="5886450" y="525780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7503"/>
          </a:bodyPr>
          <a:lstStyle xmlns:a="http://schemas.openxmlformats.org/drawingml/2006/main"/>
          <a:p xmlns:a="http://schemas.openxmlformats.org/drawingml/2006/main">
            <a:pPr algn="l">
              <a:lnSpc>
                <a:spcPct val="112000"/>
              </a:lnSpc>
              <a:buNone/>
              <a:defRPr sz="1275" b="0">
                <a:solidFill>
                  <a:srgbClr val="5E6B66"/>
                </a:solidFill>
                <a:latin typeface="Arial"/>
                <a:ea typeface="Arial"/>
                <a:cs typeface="Arial"/>
              </a:defRPr>
            </a:pPr>
            <a:r>
              <a:rPr sz="1275" b="0">
                <a:solidFill>
                  <a:srgbClr val="5E6B66"/>
                </a:solidFill>
                <a:latin typeface="Arial"/>
                <a:ea typeface="Arial"/>
                <a:cs typeface="Arial"/>
              </a:rPr>
              <a:t>Wireframes became the responsive interface shown here</a:t>
            </a:r>
          </a:p>
        </p:txBody>
      </p:sp>
      <p:sp>
        <p:nvSpPr>
          <p:cNvPr id="17" name="">
            <a:extLst xmlns:a="http://schemas.openxmlformats.org/drawingml/2006/main">
              <a:ext uri="{FF2B5EF4-FFF2-40B4-BE49-F238E27FC236}">
                <a16:creationId xmlns:a16="http://schemas.microsoft.com/office/drawing/2014/main" id="{6E02BD0D-63F5-402D-B597-C09A6B015366}"/>
              </a:ext>
            </a:extLst>
          </p:cNvPr>
          <p:cNvSpPr>
            <a:spLocks xmlns:a="http://schemas.openxmlformats.org/drawingml/2006/main" noGrp="1"/>
          </p:cNvSpPr>
          <p:nvPr/>
        </p:nvSpPr>
        <p:spPr>
          <a:xfrm xmlns:a="http://schemas.openxmlformats.org/drawingml/2006/main">
            <a:off x="55245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5E6B66"/>
                </a:solidFill>
                <a:latin typeface="Arial"/>
                <a:ea typeface="Arial"/>
                <a:cs typeface="Arial"/>
              </a:defRPr>
            </a:pPr>
            <a:r>
              <a:rPr sz="825" b="0">
                <a:solidFill>
                  <a:srgbClr val="5E6B66"/>
                </a:solidFill>
                <a:latin typeface="Arial"/>
                <a:ea typeface="Arial"/>
                <a:cs typeface="Arial"/>
              </a:rPr>
              <a:t>PromptShala assessment review</a:t>
            </a:r>
          </a:p>
        </p:txBody>
      </p:sp>
      <p:sp>
        <p:nvSpPr>
          <p:cNvPr id="18" name="">
            <a:extLst xmlns:a="http://schemas.openxmlformats.org/drawingml/2006/main">
              <a:ext uri="{FF2B5EF4-FFF2-40B4-BE49-F238E27FC236}">
                <a16:creationId xmlns:a16="http://schemas.microsoft.com/office/drawing/2014/main" id="{0C5B28D4-0451-4BFA-A6FB-6577290BA47E}"/>
              </a:ext>
            </a:extLst>
          </p:cNvPr>
          <p:cNvSpPr>
            <a:spLocks xmlns:a="http://schemas.openxmlformats.org/drawingml/2006/main" noGrp="1"/>
          </p:cNvSpPr>
          <p:nvPr/>
        </p:nvSpPr>
        <p:spPr>
          <a:xfrm xmlns:a="http://schemas.openxmlformats.org/drawingml/2006/main">
            <a:off x="11144250" y="649605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a:solidFill>
                  <a:srgbClr val="47715F"/>
                </a:solidFill>
                <a:latin typeface="Arial"/>
                <a:ea typeface="Arial"/>
                <a:cs typeface="Arial"/>
              </a:defRPr>
            </a:pPr>
            <a:r>
              <a:rPr sz="900" b="1">
                <a:solidFill>
                  <a:srgbClr val="47715F"/>
                </a:solidFill>
                <a:latin typeface="Arial"/>
                <a:ea typeface="Arial"/>
                <a:cs typeface="Arial"/>
              </a:rPr>
              <a:t>02</a:t>
            </a:r>
          </a:p>
        </p:txBody>
      </p:sp>
    </p:spTree>
    <p:extLst>
      <p:ext uri="{BB962C8B-B14F-4D97-AF65-F5344CB8AC3E}">
        <p14:creationId xmlns:p14="http://schemas.microsoft.com/office/powerpoint/2010/main" val="307294027"/>
      </p:ext>
    </p:extLst>
  </p:cSld>
</p:sld>
</file>

<file path=ppt/slides/slide3.xml><?xml version="1.0" encoding="utf-8"?>
<p:sld xmlns:p="http://schemas.openxmlformats.org/presentationml/2006/main">
  <p:cSld>
    <p:bg>
      <p:bgPr>
        <a:solidFill xmlns:a="http://schemas.openxmlformats.org/drawingml/2006/main">
          <a:srgbClr val="FFFC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0BA6EBE-10D4-44E7-B045-B5E47DDD1283}"/>
              </a:ext>
            </a:extLst>
          </p:cNvPr>
          <p:cNvSpPr>
            <a:spLocks xmlns:a="http://schemas.openxmlformats.org/drawingml/2006/main" noGrp="1"/>
          </p:cNvSpPr>
          <p:nvPr/>
        </p:nvSpPr>
        <p:spPr>
          <a:xfrm xmlns:a="http://schemas.openxmlformats.org/drawingml/2006/main">
            <a:off x="55245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a:solidFill>
                  <a:srgbClr val="102D27"/>
                </a:solidFill>
                <a:latin typeface="Georgia"/>
                <a:ea typeface="Georgia"/>
                <a:cs typeface="Georgia"/>
              </a:defRPr>
            </a:pPr>
            <a:r>
              <a:rPr sz="3150" b="1">
                <a:solidFill>
                  <a:srgbClr val="102D27"/>
                </a:solidFill>
                <a:latin typeface="Georgia"/>
                <a:ea typeface="Georgia"/>
                <a:cs typeface="Georgia"/>
              </a:rPr>
              <a:t>Working participant journey</a:t>
            </a:r>
          </a:p>
        </p:txBody>
      </p:sp>
      <p:sp>
        <p:nvSpPr>
          <p:cNvPr id="2" name="">
            <a:extLst xmlns:a="http://schemas.openxmlformats.org/drawingml/2006/main">
              <a:ext uri="{FF2B5EF4-FFF2-40B4-BE49-F238E27FC236}">
                <a16:creationId xmlns:a16="http://schemas.microsoft.com/office/drawing/2014/main" id="{68DA7D45-971F-4FB5-B39D-AA42CACEFFA9}"/>
              </a:ext>
            </a:extLst>
          </p:cNvPr>
          <p:cNvSpPr>
            <a:spLocks xmlns:a="http://schemas.openxmlformats.org/drawingml/2006/main" noGrp="1"/>
          </p:cNvSpPr>
          <p:nvPr/>
        </p:nvSpPr>
        <p:spPr>
          <a:xfrm xmlns:a="http://schemas.openxmlformats.org/drawingml/2006/main">
            <a:off x="590550" y="12382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6BB8C5B-5B95-47B9-822A-55295400D85E}"/>
              </a:ext>
            </a:extLst>
          </p:cNvPr>
          <p:cNvSpPr>
            <a:spLocks xmlns:a="http://schemas.openxmlformats.org/drawingml/2006/main" noGrp="1"/>
          </p:cNvSpPr>
          <p:nvPr/>
        </p:nvSpPr>
        <p:spPr>
          <a:xfrm xmlns:a="http://schemas.openxmlformats.org/drawingml/2006/main">
            <a:off x="1085850" y="12001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E2A27"/>
                </a:solidFill>
                <a:latin typeface="Arial"/>
                <a:ea typeface="Arial"/>
                <a:cs typeface="Arial"/>
              </a:defRPr>
            </a:pPr>
            <a:r>
              <a:rPr sz="1350" b="0">
                <a:solidFill>
                  <a:srgbClr val="1E2A27"/>
                </a:solidFill>
                <a:latin typeface="Arial"/>
                <a:ea typeface="Arial"/>
                <a:cs typeface="Arial"/>
              </a:rPr>
              <a:t>Sign in</a:t>
            </a:r>
          </a:p>
        </p:txBody>
      </p:sp>
      <p:sp>
        <p:nvSpPr>
          <p:cNvPr id="4" name="">
            <a:extLst xmlns:a="http://schemas.openxmlformats.org/drawingml/2006/main">
              <a:ext uri="{FF2B5EF4-FFF2-40B4-BE49-F238E27FC236}">
                <a16:creationId xmlns:a16="http://schemas.microsoft.com/office/drawing/2014/main" id="{1E834C08-0B4E-48C6-BF42-DB2E27FE003A}"/>
              </a:ext>
            </a:extLst>
          </p:cNvPr>
          <p:cNvSpPr>
            <a:spLocks xmlns:a="http://schemas.openxmlformats.org/drawingml/2006/main" noGrp="1"/>
          </p:cNvSpPr>
          <p:nvPr/>
        </p:nvSpPr>
        <p:spPr>
          <a:xfrm xmlns:a="http://schemas.openxmlformats.org/drawingml/2006/main">
            <a:off x="590550" y="18764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2EEFC18-59B1-4A61-AD0D-55BE6C0C4387}"/>
              </a:ext>
            </a:extLst>
          </p:cNvPr>
          <p:cNvSpPr>
            <a:spLocks xmlns:a="http://schemas.openxmlformats.org/drawingml/2006/main" noGrp="1"/>
          </p:cNvSpPr>
          <p:nvPr/>
        </p:nvSpPr>
        <p:spPr>
          <a:xfrm xmlns:a="http://schemas.openxmlformats.org/drawingml/2006/main">
            <a:off x="1085850" y="183832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E2A27"/>
                </a:solidFill>
                <a:latin typeface="Arial"/>
                <a:ea typeface="Arial"/>
                <a:cs typeface="Arial"/>
              </a:defRPr>
            </a:pPr>
            <a:r>
              <a:rPr sz="1350" b="0">
                <a:solidFill>
                  <a:srgbClr val="1E2A27"/>
                </a:solidFill>
                <a:latin typeface="Arial"/>
                <a:ea typeface="Arial"/>
                <a:cs typeface="Arial"/>
              </a:rPr>
              <a:t>Safe onboarding</a:t>
            </a:r>
          </a:p>
        </p:txBody>
      </p:sp>
      <p:sp>
        <p:nvSpPr>
          <p:cNvPr id="6" name="">
            <a:extLst xmlns:a="http://schemas.openxmlformats.org/drawingml/2006/main">
              <a:ext uri="{FF2B5EF4-FFF2-40B4-BE49-F238E27FC236}">
                <a16:creationId xmlns:a16="http://schemas.microsoft.com/office/drawing/2014/main" id="{F0A7DC9C-3C79-4166-AA3B-015E49140028}"/>
              </a:ext>
            </a:extLst>
          </p:cNvPr>
          <p:cNvSpPr>
            <a:spLocks xmlns:a="http://schemas.openxmlformats.org/drawingml/2006/main" noGrp="1"/>
          </p:cNvSpPr>
          <p:nvPr/>
        </p:nvSpPr>
        <p:spPr>
          <a:xfrm xmlns:a="http://schemas.openxmlformats.org/drawingml/2006/main">
            <a:off x="590550" y="25146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9F335731-A72E-463E-B3B8-6AB11CE17D03}"/>
              </a:ext>
            </a:extLst>
          </p:cNvPr>
          <p:cNvSpPr>
            <a:spLocks xmlns:a="http://schemas.openxmlformats.org/drawingml/2006/main" noGrp="1"/>
          </p:cNvSpPr>
          <p:nvPr/>
        </p:nvSpPr>
        <p:spPr>
          <a:xfrm xmlns:a="http://schemas.openxmlformats.org/drawingml/2006/main">
            <a:off x="1085850" y="2476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E2A27"/>
                </a:solidFill>
                <a:latin typeface="Arial"/>
                <a:ea typeface="Arial"/>
                <a:cs typeface="Arial"/>
              </a:defRPr>
            </a:pPr>
            <a:r>
              <a:rPr sz="1350" b="0">
                <a:solidFill>
                  <a:srgbClr val="1E2A27"/>
                </a:solidFill>
                <a:latin typeface="Arial"/>
                <a:ea typeface="Arial"/>
                <a:cs typeface="Arial"/>
              </a:rPr>
              <a:t>Dashboard</a:t>
            </a:r>
          </a:p>
        </p:txBody>
      </p:sp>
      <p:sp>
        <p:nvSpPr>
          <p:cNvPr id="8" name="">
            <a:extLst xmlns:a="http://schemas.openxmlformats.org/drawingml/2006/main">
              <a:ext uri="{FF2B5EF4-FFF2-40B4-BE49-F238E27FC236}">
                <a16:creationId xmlns:a16="http://schemas.microsoft.com/office/drawing/2014/main" id="{1E120EB7-C9CF-4560-8659-DAD6BA6E722B}"/>
              </a:ext>
            </a:extLst>
          </p:cNvPr>
          <p:cNvSpPr>
            <a:spLocks xmlns:a="http://schemas.openxmlformats.org/drawingml/2006/main" noGrp="1"/>
          </p:cNvSpPr>
          <p:nvPr/>
        </p:nvSpPr>
        <p:spPr>
          <a:xfrm xmlns:a="http://schemas.openxmlformats.org/drawingml/2006/main">
            <a:off x="590550" y="31527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B3F83DF2-3CA9-4F57-9D2B-8CD916DD4F15}"/>
              </a:ext>
            </a:extLst>
          </p:cNvPr>
          <p:cNvSpPr>
            <a:spLocks xmlns:a="http://schemas.openxmlformats.org/drawingml/2006/main" noGrp="1"/>
          </p:cNvSpPr>
          <p:nvPr/>
        </p:nvSpPr>
        <p:spPr>
          <a:xfrm xmlns:a="http://schemas.openxmlformats.org/drawingml/2006/main">
            <a:off x="1085850" y="31146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E2A27"/>
                </a:solidFill>
                <a:latin typeface="Arial"/>
                <a:ea typeface="Arial"/>
                <a:cs typeface="Arial"/>
              </a:defRPr>
            </a:pPr>
            <a:r>
              <a:rPr sz="1350" b="0">
                <a:solidFill>
                  <a:srgbClr val="1E2A27"/>
                </a:solidFill>
                <a:latin typeface="Arial"/>
                <a:ea typeface="Arial"/>
                <a:cs typeface="Arial"/>
              </a:rPr>
              <a:t>Lesson</a:t>
            </a:r>
          </a:p>
        </p:txBody>
      </p:sp>
      <p:sp>
        <p:nvSpPr>
          <p:cNvPr id="10" name="">
            <a:extLst xmlns:a="http://schemas.openxmlformats.org/drawingml/2006/main">
              <a:ext uri="{FF2B5EF4-FFF2-40B4-BE49-F238E27FC236}">
                <a16:creationId xmlns:a16="http://schemas.microsoft.com/office/drawing/2014/main" id="{F30E9745-628D-45C3-9D62-FBC245872852}"/>
              </a:ext>
            </a:extLst>
          </p:cNvPr>
          <p:cNvSpPr>
            <a:spLocks xmlns:a="http://schemas.openxmlformats.org/drawingml/2006/main" noGrp="1"/>
          </p:cNvSpPr>
          <p:nvPr/>
        </p:nvSpPr>
        <p:spPr>
          <a:xfrm xmlns:a="http://schemas.openxmlformats.org/drawingml/2006/main">
            <a:off x="590550" y="37909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FA5E8296-123A-4795-8DB0-352F6A61EA04}"/>
              </a:ext>
            </a:extLst>
          </p:cNvPr>
          <p:cNvSpPr>
            <a:spLocks xmlns:a="http://schemas.openxmlformats.org/drawingml/2006/main" noGrp="1"/>
          </p:cNvSpPr>
          <p:nvPr/>
        </p:nvSpPr>
        <p:spPr>
          <a:xfrm xmlns:a="http://schemas.openxmlformats.org/drawingml/2006/main">
            <a:off x="1085850" y="37528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E2A27"/>
                </a:solidFill>
                <a:latin typeface="Arial"/>
                <a:ea typeface="Arial"/>
                <a:cs typeface="Arial"/>
              </a:defRPr>
            </a:pPr>
            <a:r>
              <a:rPr sz="1350" b="0">
                <a:solidFill>
                  <a:srgbClr val="1E2A27"/>
                </a:solidFill>
                <a:latin typeface="Arial"/>
                <a:ea typeface="Arial"/>
                <a:cs typeface="Arial"/>
              </a:rPr>
              <a:t>Quiz</a:t>
            </a:r>
          </a:p>
        </p:txBody>
      </p:sp>
      <p:sp>
        <p:nvSpPr>
          <p:cNvPr id="12" name="">
            <a:extLst xmlns:a="http://schemas.openxmlformats.org/drawingml/2006/main">
              <a:ext uri="{FF2B5EF4-FFF2-40B4-BE49-F238E27FC236}">
                <a16:creationId xmlns:a16="http://schemas.microsoft.com/office/drawing/2014/main" id="{E530A73E-50AF-4360-8859-C8CF416BCD48}"/>
              </a:ext>
            </a:extLst>
          </p:cNvPr>
          <p:cNvSpPr>
            <a:spLocks xmlns:a="http://schemas.openxmlformats.org/drawingml/2006/main" noGrp="1"/>
          </p:cNvSpPr>
          <p:nvPr/>
        </p:nvSpPr>
        <p:spPr>
          <a:xfrm xmlns:a="http://schemas.openxmlformats.org/drawingml/2006/main">
            <a:off x="590550" y="44291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06</a:t>
            </a:r>
          </a:p>
        </p:txBody>
      </p:sp>
      <p:sp>
        <p:nvSpPr>
          <p:cNvPr id="13" name="">
            <a:extLst xmlns:a="http://schemas.openxmlformats.org/drawingml/2006/main">
              <a:ext uri="{FF2B5EF4-FFF2-40B4-BE49-F238E27FC236}">
                <a16:creationId xmlns:a16="http://schemas.microsoft.com/office/drawing/2014/main" id="{AABFC5E8-D5A9-4C27-90C8-61931A698194}"/>
              </a:ext>
            </a:extLst>
          </p:cNvPr>
          <p:cNvSpPr>
            <a:spLocks xmlns:a="http://schemas.openxmlformats.org/drawingml/2006/main" noGrp="1"/>
          </p:cNvSpPr>
          <p:nvPr/>
        </p:nvSpPr>
        <p:spPr>
          <a:xfrm xmlns:a="http://schemas.openxmlformats.org/drawingml/2006/main">
            <a:off x="1085850" y="439102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E2A27"/>
                </a:solidFill>
                <a:latin typeface="Arial"/>
                <a:ea typeface="Arial"/>
                <a:cs typeface="Arial"/>
              </a:defRPr>
            </a:pPr>
            <a:r>
              <a:rPr sz="1350" b="1">
                <a:solidFill>
                  <a:srgbClr val="1E2A27"/>
                </a:solidFill>
                <a:latin typeface="Arial"/>
                <a:ea typeface="Arial"/>
                <a:cs typeface="Arial"/>
              </a:rPr>
              <a:t>Retry or pass</a:t>
            </a:r>
          </a:p>
        </p:txBody>
      </p:sp>
      <p:sp>
        <p:nvSpPr>
          <p:cNvPr id="14" name="">
            <a:extLst xmlns:a="http://schemas.openxmlformats.org/drawingml/2006/main">
              <a:ext uri="{FF2B5EF4-FFF2-40B4-BE49-F238E27FC236}">
                <a16:creationId xmlns:a16="http://schemas.microsoft.com/office/drawing/2014/main" id="{B0EB9ADD-7B6E-4F17-9955-2D19C3C561CB}"/>
              </a:ext>
            </a:extLst>
          </p:cNvPr>
          <p:cNvSpPr>
            <a:spLocks xmlns:a="http://schemas.openxmlformats.org/drawingml/2006/main" noGrp="1"/>
          </p:cNvSpPr>
          <p:nvPr/>
        </p:nvSpPr>
        <p:spPr>
          <a:xfrm xmlns:a="http://schemas.openxmlformats.org/drawingml/2006/main">
            <a:off x="590550" y="50673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07</a:t>
            </a:r>
          </a:p>
        </p:txBody>
      </p:sp>
      <p:sp>
        <p:nvSpPr>
          <p:cNvPr id="15" name="">
            <a:extLst xmlns:a="http://schemas.openxmlformats.org/drawingml/2006/main">
              <a:ext uri="{FF2B5EF4-FFF2-40B4-BE49-F238E27FC236}">
                <a16:creationId xmlns:a16="http://schemas.microsoft.com/office/drawing/2014/main" id="{150B1C66-8A3D-4EE0-A87D-EDAA4422E15A}"/>
              </a:ext>
            </a:extLst>
          </p:cNvPr>
          <p:cNvSpPr>
            <a:spLocks xmlns:a="http://schemas.openxmlformats.org/drawingml/2006/main" noGrp="1"/>
          </p:cNvSpPr>
          <p:nvPr/>
        </p:nvSpPr>
        <p:spPr>
          <a:xfrm xmlns:a="http://schemas.openxmlformats.org/drawingml/2006/main">
            <a:off x="1085850" y="50292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E2A27"/>
                </a:solidFill>
                <a:latin typeface="Arial"/>
                <a:ea typeface="Arial"/>
                <a:cs typeface="Arial"/>
              </a:defRPr>
            </a:pPr>
            <a:r>
              <a:rPr sz="1350" b="1">
                <a:solidFill>
                  <a:srgbClr val="1E2A27"/>
                </a:solidFill>
                <a:latin typeface="Arial"/>
                <a:ea typeface="Arial"/>
                <a:cs typeface="Arial"/>
              </a:rPr>
              <a:t>Unlock Module 2</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bf4c73ff62e4947"/>
          <a:srcRect xmlns:a="http://schemas.openxmlformats.org/drawingml/2006/main" l="2018" t="0" r="2018" b="0"/>
          <a:stretch xmlns:a="http://schemas.openxmlformats.org/drawingml/2006/main">
            <a:fillRect l="0" t="0" r="0" b="0"/>
          </a:stretch>
        </p:blipFill>
        <p:spPr>
          <a:xfrm xmlns:a="http://schemas.openxmlformats.org/drawingml/2006/main">
            <a:off x="3676650" y="1123950"/>
            <a:ext cx="3714750" cy="2419350"/>
          </a:xfrm>
          <a:prstGeom xmlns:a="http://schemas.openxmlformats.org/drawingml/2006/main" prst="roundRect">
            <a:avLst>
              <a:gd name="adj" fmla="val 5512"/>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fb99778fb48402f"/>
          <a:srcRect xmlns:a="http://schemas.openxmlformats.org/drawingml/2006/main" l="2018" t="0" r="2018" b="0"/>
          <a:stretch xmlns:a="http://schemas.openxmlformats.org/drawingml/2006/main">
            <a:fillRect l="0" t="0" r="0" b="0"/>
          </a:stretch>
        </p:blipFill>
        <p:spPr>
          <a:xfrm xmlns:a="http://schemas.openxmlformats.org/drawingml/2006/main">
            <a:off x="7639050" y="1123950"/>
            <a:ext cx="3714750" cy="2419350"/>
          </a:xfrm>
          <a:prstGeom xmlns:a="http://schemas.openxmlformats.org/drawingml/2006/main" prst="roundRect">
            <a:avLst>
              <a:gd name="adj" fmla="val 5512"/>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bbb8273dba64c58"/>
          <a:srcRect xmlns:a="http://schemas.openxmlformats.org/drawingml/2006/main" l="2018" t="0" r="2018" b="0"/>
          <a:stretch xmlns:a="http://schemas.openxmlformats.org/drawingml/2006/main">
            <a:fillRect l="0" t="0" r="0" b="0"/>
          </a:stretch>
        </p:blipFill>
        <p:spPr>
          <a:xfrm xmlns:a="http://schemas.openxmlformats.org/drawingml/2006/main">
            <a:off x="3676650" y="3790950"/>
            <a:ext cx="3714750" cy="2419350"/>
          </a:xfrm>
          <a:prstGeom xmlns:a="http://schemas.openxmlformats.org/drawingml/2006/main" prst="roundRect">
            <a:avLst>
              <a:gd name="adj" fmla="val 5512"/>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95e64e605224c57"/>
          <a:srcRect xmlns:a="http://schemas.openxmlformats.org/drawingml/2006/main" l="2018" t="0" r="2018" b="0"/>
          <a:stretch xmlns:a="http://schemas.openxmlformats.org/drawingml/2006/main">
            <a:fillRect l="0" t="0" r="0" b="0"/>
          </a:stretch>
        </p:blipFill>
        <p:spPr>
          <a:xfrm xmlns:a="http://schemas.openxmlformats.org/drawingml/2006/main">
            <a:off x="7639050" y="3790950"/>
            <a:ext cx="3714750" cy="2419350"/>
          </a:xfrm>
          <a:prstGeom xmlns:a="http://schemas.openxmlformats.org/drawingml/2006/main" prst="roundRect">
            <a:avLst>
              <a:gd name="adj" fmla="val 5512"/>
            </a:avLst>
          </a:prstGeom>
        </p:spPr>
      </p:pic>
      <p:sp>
        <p:nvSpPr>
          <p:cNvPr id="20" name="">
            <a:extLst xmlns:a="http://schemas.openxmlformats.org/drawingml/2006/main">
              <a:ext uri="{FF2B5EF4-FFF2-40B4-BE49-F238E27FC236}">
                <a16:creationId xmlns:a16="http://schemas.microsoft.com/office/drawing/2014/main" id="{45098FE7-8332-468E-A242-C955FCF50888}"/>
              </a:ext>
            </a:extLst>
          </p:cNvPr>
          <p:cNvSpPr>
            <a:spLocks xmlns:a="http://schemas.openxmlformats.org/drawingml/2006/main" noGrp="1"/>
          </p:cNvSpPr>
          <p:nvPr/>
        </p:nvSpPr>
        <p:spPr>
          <a:xfrm xmlns:a="http://schemas.openxmlformats.org/drawingml/2006/main">
            <a:off x="55245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5E6B66"/>
                </a:solidFill>
                <a:latin typeface="Arial"/>
                <a:ea typeface="Arial"/>
                <a:cs typeface="Arial"/>
              </a:defRPr>
            </a:pPr>
            <a:r>
              <a:rPr sz="825" b="0">
                <a:solidFill>
                  <a:srgbClr val="5E6B66"/>
                </a:solidFill>
                <a:latin typeface="Arial"/>
                <a:ea typeface="Arial"/>
                <a:cs typeface="Arial"/>
              </a:rPr>
              <a:t>PromptShala assessment review</a:t>
            </a:r>
          </a:p>
        </p:txBody>
      </p:sp>
      <p:sp>
        <p:nvSpPr>
          <p:cNvPr id="21" name="">
            <a:extLst xmlns:a="http://schemas.openxmlformats.org/drawingml/2006/main">
              <a:ext uri="{FF2B5EF4-FFF2-40B4-BE49-F238E27FC236}">
                <a16:creationId xmlns:a16="http://schemas.microsoft.com/office/drawing/2014/main" id="{05D5F19E-1BC3-4B88-810A-9832D30AB1B4}"/>
              </a:ext>
            </a:extLst>
          </p:cNvPr>
          <p:cNvSpPr>
            <a:spLocks xmlns:a="http://schemas.openxmlformats.org/drawingml/2006/main" noGrp="1"/>
          </p:cNvSpPr>
          <p:nvPr/>
        </p:nvSpPr>
        <p:spPr>
          <a:xfrm xmlns:a="http://schemas.openxmlformats.org/drawingml/2006/main">
            <a:off x="11144250" y="649605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a:solidFill>
                  <a:srgbClr val="47715F"/>
                </a:solidFill>
                <a:latin typeface="Arial"/>
                <a:ea typeface="Arial"/>
                <a:cs typeface="Arial"/>
              </a:defRPr>
            </a:pPr>
            <a:r>
              <a:rPr sz="900" b="1">
                <a:solidFill>
                  <a:srgbClr val="47715F"/>
                </a:solidFill>
                <a:latin typeface="Arial"/>
                <a:ea typeface="Arial"/>
                <a:cs typeface="Arial"/>
              </a:rPr>
              <a:t>03</a:t>
            </a:r>
          </a:p>
        </p:txBody>
      </p:sp>
    </p:spTree>
    <p:extLst>
      <p:ext uri="{BB962C8B-B14F-4D97-AF65-F5344CB8AC3E}">
        <p14:creationId xmlns:p14="http://schemas.microsoft.com/office/powerpoint/2010/main" val="791309075"/>
      </p:ext>
    </p:extLst>
  </p:cSld>
</p:sld>
</file>

<file path=ppt/slides/slide4.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913B4A-7DBB-4B4A-9AE1-0980F6D9504F}"/>
              </a:ext>
            </a:extLst>
          </p:cNvPr>
          <p:cNvSpPr>
            <a:spLocks xmlns:a="http://schemas.openxmlformats.org/drawingml/2006/main" noGrp="1"/>
          </p:cNvSpPr>
          <p:nvPr/>
        </p:nvSpPr>
        <p:spPr>
          <a:xfrm xmlns:a="http://schemas.openxmlformats.org/drawingml/2006/main">
            <a:off x="55245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a:solidFill>
                  <a:srgbClr val="102D27"/>
                </a:solidFill>
                <a:latin typeface="Georgia"/>
                <a:ea typeface="Georgia"/>
                <a:cs typeface="Georgia"/>
              </a:defRPr>
            </a:pPr>
            <a:r>
              <a:rPr sz="3150" b="1">
                <a:solidFill>
                  <a:srgbClr val="102D27"/>
                </a:solidFill>
                <a:latin typeface="Georgia"/>
                <a:ea typeface="Georgia"/>
                <a:cs typeface="Georgia"/>
              </a:rPr>
              <a:t>CRAFT feedback is live</a:t>
            </a:r>
          </a:p>
        </p:txBody>
      </p:sp>
      <p:sp>
        <p:nvSpPr>
          <p:cNvPr id="2" name="">
            <a:extLst xmlns:a="http://schemas.openxmlformats.org/drawingml/2006/main">
              <a:ext uri="{FF2B5EF4-FFF2-40B4-BE49-F238E27FC236}">
                <a16:creationId xmlns:a16="http://schemas.microsoft.com/office/drawing/2014/main" id="{B6EEA240-5F13-4CEF-8F64-60A6C507AF9E}"/>
              </a:ext>
            </a:extLst>
          </p:cNvPr>
          <p:cNvSpPr>
            <a:spLocks xmlns:a="http://schemas.openxmlformats.org/drawingml/2006/main" noGrp="1"/>
          </p:cNvSpPr>
          <p:nvPr/>
        </p:nvSpPr>
        <p:spPr>
          <a:xfrm xmlns:a="http://schemas.openxmlformats.org/drawingml/2006/main">
            <a:off x="552450" y="1066800"/>
            <a:ext cx="228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022"/>
          </a:bodyPr>
          <a:lstStyle xmlns:a="http://schemas.openxmlformats.org/drawingml/2006/main"/>
          <a:p xmlns:a="http://schemas.openxmlformats.org/drawingml/2006/main">
            <a:pPr algn="l">
              <a:lnSpc>
                <a:spcPct val="108000"/>
              </a:lnSpc>
              <a:buNone/>
              <a:defRPr sz="3375" b="1">
                <a:solidFill>
                  <a:srgbClr val="E66B52"/>
                </a:solidFill>
                <a:latin typeface="Georgia"/>
                <a:ea typeface="Georgia"/>
                <a:cs typeface="Georgia"/>
              </a:defRPr>
            </a:pPr>
            <a:r>
              <a:rPr sz="3375" b="1">
                <a:solidFill>
                  <a:srgbClr val="E66B52"/>
                </a:solidFill>
                <a:latin typeface="Georgia"/>
                <a:ea typeface="Georgia"/>
                <a:cs typeface="Georgia"/>
              </a:rPr>
              <a:t>1 / 15</a:t>
            </a:r>
          </a:p>
        </p:txBody>
      </p:sp>
      <p:sp>
        <p:nvSpPr>
          <p:cNvPr id="3" name="">
            <a:extLst xmlns:a="http://schemas.openxmlformats.org/drawingml/2006/main">
              <a:ext uri="{FF2B5EF4-FFF2-40B4-BE49-F238E27FC236}">
                <a16:creationId xmlns:a16="http://schemas.microsoft.com/office/drawing/2014/main" id="{10AFA5AE-0439-4DCD-A5B8-A3E9A6C68876}"/>
              </a:ext>
            </a:extLst>
          </p:cNvPr>
          <p:cNvSpPr>
            <a:spLocks xmlns:a="http://schemas.openxmlformats.org/drawingml/2006/main" noGrp="1"/>
          </p:cNvSpPr>
          <p:nvPr/>
        </p:nvSpPr>
        <p:spPr>
          <a:xfrm xmlns:a="http://schemas.openxmlformats.org/drawingml/2006/main">
            <a:off x="571500" y="165735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E2A27"/>
                </a:solidFill>
                <a:latin typeface="Arial"/>
                <a:ea typeface="Arial"/>
                <a:cs typeface="Arial"/>
              </a:defRPr>
            </a:pPr>
            <a:r>
              <a:rPr sz="1500" b="1">
                <a:solidFill>
                  <a:srgbClr val="1E2A27"/>
                </a:solidFill>
                <a:latin typeface="Arial"/>
                <a:ea typeface="Arial"/>
                <a:cs typeface="Arial"/>
              </a:rPr>
              <a:t>“Explain photosynthesis.”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1039c77bcf84af6"/>
          <a:srcRect xmlns:a="http://schemas.openxmlformats.org/drawingml/2006/main" l="0" t="877" r="0" b="877"/>
          <a:stretch xmlns:a="http://schemas.openxmlformats.org/drawingml/2006/main">
            <a:fillRect l="0" t="0" r="0" b="0"/>
          </a:stretch>
        </p:blipFill>
        <p:spPr>
          <a:xfrm xmlns:a="http://schemas.openxmlformats.org/drawingml/2006/main">
            <a:off x="476250" y="2171700"/>
            <a:ext cx="5429250" cy="3333750"/>
          </a:xfrm>
          <a:prstGeom xmlns:a="http://schemas.openxmlformats.org/drawingml/2006/main" prst="roundRect">
            <a:avLst>
              <a:gd name="adj" fmla="val 4000"/>
            </a:avLst>
          </a:prstGeom>
        </p:spPr>
      </p:pic>
      <p:sp>
        <p:nvSpPr>
          <p:cNvPr id="5" name="">
            <a:extLst xmlns:a="http://schemas.openxmlformats.org/drawingml/2006/main">
              <a:ext uri="{FF2B5EF4-FFF2-40B4-BE49-F238E27FC236}">
                <a16:creationId xmlns:a16="http://schemas.microsoft.com/office/drawing/2014/main" id="{BB7DA27A-A15F-4C30-9B30-2BC8EB462130}"/>
              </a:ext>
            </a:extLst>
          </p:cNvPr>
          <p:cNvSpPr>
            <a:spLocks xmlns:a="http://schemas.openxmlformats.org/drawingml/2006/main" noGrp="1"/>
          </p:cNvSpPr>
          <p:nvPr/>
        </p:nvSpPr>
        <p:spPr>
          <a:xfrm xmlns:a="http://schemas.openxmlformats.org/drawingml/2006/main">
            <a:off x="6305550" y="1066800"/>
            <a:ext cx="228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022"/>
          </a:bodyPr>
          <a:lstStyle xmlns:a="http://schemas.openxmlformats.org/drawingml/2006/main"/>
          <a:p xmlns:a="http://schemas.openxmlformats.org/drawingml/2006/main">
            <a:pPr algn="l">
              <a:lnSpc>
                <a:spcPct val="108000"/>
              </a:lnSpc>
              <a:buNone/>
              <a:defRPr sz="3375" b="1">
                <a:solidFill>
                  <a:srgbClr val="173E35"/>
                </a:solidFill>
                <a:latin typeface="Georgia"/>
                <a:ea typeface="Georgia"/>
                <a:cs typeface="Georgia"/>
              </a:defRPr>
            </a:pPr>
            <a:r>
              <a:rPr sz="3375" b="1">
                <a:solidFill>
                  <a:srgbClr val="173E35"/>
                </a:solidFill>
                <a:latin typeface="Georgia"/>
                <a:ea typeface="Georgia"/>
                <a:cs typeface="Georgia"/>
              </a:rPr>
              <a:t>15 / 15</a:t>
            </a:r>
          </a:p>
        </p:txBody>
      </p:sp>
      <p:sp>
        <p:nvSpPr>
          <p:cNvPr id="6" name="">
            <a:extLst xmlns:a="http://schemas.openxmlformats.org/drawingml/2006/main">
              <a:ext uri="{FF2B5EF4-FFF2-40B4-BE49-F238E27FC236}">
                <a16:creationId xmlns:a16="http://schemas.microsoft.com/office/drawing/2014/main" id="{08DA3018-12DA-4A05-B357-DDB8AF44D472}"/>
              </a:ext>
            </a:extLst>
          </p:cNvPr>
          <p:cNvSpPr>
            <a:spLocks xmlns:a="http://schemas.openxmlformats.org/drawingml/2006/main" noGrp="1"/>
          </p:cNvSpPr>
          <p:nvPr/>
        </p:nvSpPr>
        <p:spPr>
          <a:xfrm xmlns:a="http://schemas.openxmlformats.org/drawingml/2006/main">
            <a:off x="6324600" y="165735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E2A27"/>
                </a:solidFill>
                <a:latin typeface="Arial"/>
                <a:ea typeface="Arial"/>
                <a:cs typeface="Arial"/>
              </a:defRPr>
            </a:pPr>
            <a:r>
              <a:rPr sz="1500" b="1">
                <a:solidFill>
                  <a:srgbClr val="1E2A27"/>
                </a:solidFill>
                <a:latin typeface="Arial"/>
                <a:ea typeface="Arial"/>
                <a:cs typeface="Arial"/>
              </a:rPr>
              <a:t>Revised classroom prompt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c0ae3ea9bda440c"/>
          <a:srcRect xmlns:a="http://schemas.openxmlformats.org/drawingml/2006/main" l="0" t="877" r="0" b="877"/>
          <a:stretch xmlns:a="http://schemas.openxmlformats.org/drawingml/2006/main">
            <a:fillRect l="0" t="0" r="0" b="0"/>
          </a:stretch>
        </p:blipFill>
        <p:spPr>
          <a:xfrm xmlns:a="http://schemas.openxmlformats.org/drawingml/2006/main">
            <a:off x="6267450" y="2171700"/>
            <a:ext cx="5429250" cy="3333750"/>
          </a:xfrm>
          <a:prstGeom xmlns:a="http://schemas.openxmlformats.org/drawingml/2006/main" prst="roundRect">
            <a:avLst>
              <a:gd name="adj" fmla="val 4000"/>
            </a:avLst>
          </a:prstGeom>
        </p:spPr>
      </p:pic>
      <p:sp>
        <p:nvSpPr>
          <p:cNvPr id="8" name="">
            <a:extLst xmlns:a="http://schemas.openxmlformats.org/drawingml/2006/main">
              <a:ext uri="{FF2B5EF4-FFF2-40B4-BE49-F238E27FC236}">
                <a16:creationId xmlns:a16="http://schemas.microsoft.com/office/drawing/2014/main" id="{F0F94E61-3285-4B2B-99BD-69BE8E7C64BE}"/>
              </a:ext>
            </a:extLst>
          </p:cNvPr>
          <p:cNvSpPr>
            <a:spLocks xmlns:a="http://schemas.openxmlformats.org/drawingml/2006/main" noGrp="1"/>
          </p:cNvSpPr>
          <p:nvPr/>
        </p:nvSpPr>
        <p:spPr>
          <a:xfrm xmlns:a="http://schemas.openxmlformats.org/drawingml/2006/main">
            <a:off x="1581150" y="5772150"/>
            <a:ext cx="902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75" b="1">
                <a:solidFill>
                  <a:srgbClr val="102D27"/>
                </a:solidFill>
                <a:latin typeface="Georgia"/>
                <a:ea typeface="Georgia"/>
                <a:cs typeface="Georgia"/>
              </a:defRPr>
            </a:pPr>
            <a:r>
              <a:rPr sz="1575" b="1">
                <a:solidFill>
                  <a:srgbClr val="102D27"/>
                </a:solidFill>
                <a:latin typeface="Georgia"/>
                <a:ea typeface="Georgia"/>
                <a:cs typeface="Georgia"/>
              </a:rPr>
              <a:t>Five scores from 0 to 3, evidence, one improvement suggestion and a safe fallback</a:t>
            </a:r>
          </a:p>
        </p:txBody>
      </p:sp>
      <p:sp>
        <p:nvSpPr>
          <p:cNvPr id="9" name="">
            <a:extLst xmlns:a="http://schemas.openxmlformats.org/drawingml/2006/main">
              <a:ext uri="{FF2B5EF4-FFF2-40B4-BE49-F238E27FC236}">
                <a16:creationId xmlns:a16="http://schemas.microsoft.com/office/drawing/2014/main" id="{89409295-18E2-4F44-9EC0-91F655022076}"/>
              </a:ext>
            </a:extLst>
          </p:cNvPr>
          <p:cNvSpPr>
            <a:spLocks xmlns:a="http://schemas.openxmlformats.org/drawingml/2006/main" noGrp="1"/>
          </p:cNvSpPr>
          <p:nvPr/>
        </p:nvSpPr>
        <p:spPr>
          <a:xfrm xmlns:a="http://schemas.openxmlformats.org/drawingml/2006/main">
            <a:off x="55245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5E6B66"/>
                </a:solidFill>
                <a:latin typeface="Arial"/>
                <a:ea typeface="Arial"/>
                <a:cs typeface="Arial"/>
              </a:defRPr>
            </a:pPr>
            <a:r>
              <a:rPr sz="825" b="0">
                <a:solidFill>
                  <a:srgbClr val="5E6B66"/>
                </a:solidFill>
                <a:latin typeface="Arial"/>
                <a:ea typeface="Arial"/>
                <a:cs typeface="Arial"/>
              </a:rPr>
              <a:t>PromptShala assessment review</a:t>
            </a:r>
          </a:p>
        </p:txBody>
      </p:sp>
      <p:sp>
        <p:nvSpPr>
          <p:cNvPr id="10" name="">
            <a:extLst xmlns:a="http://schemas.openxmlformats.org/drawingml/2006/main">
              <a:ext uri="{FF2B5EF4-FFF2-40B4-BE49-F238E27FC236}">
                <a16:creationId xmlns:a16="http://schemas.microsoft.com/office/drawing/2014/main" id="{3F9626B3-26A7-44AB-A67D-CDCBBD998735}"/>
              </a:ext>
            </a:extLst>
          </p:cNvPr>
          <p:cNvSpPr>
            <a:spLocks xmlns:a="http://schemas.openxmlformats.org/drawingml/2006/main" noGrp="1"/>
          </p:cNvSpPr>
          <p:nvPr/>
        </p:nvSpPr>
        <p:spPr>
          <a:xfrm xmlns:a="http://schemas.openxmlformats.org/drawingml/2006/main">
            <a:off x="11144250" y="649605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a:solidFill>
                  <a:srgbClr val="47715F"/>
                </a:solidFill>
                <a:latin typeface="Arial"/>
                <a:ea typeface="Arial"/>
                <a:cs typeface="Arial"/>
              </a:defRPr>
            </a:pPr>
            <a:r>
              <a:rPr sz="900" b="1">
                <a:solidFill>
                  <a:srgbClr val="47715F"/>
                </a:solidFill>
                <a:latin typeface="Arial"/>
                <a:ea typeface="Arial"/>
                <a:cs typeface="Arial"/>
              </a:rPr>
              <a:t>04</a:t>
            </a:r>
          </a:p>
        </p:txBody>
      </p:sp>
    </p:spTree>
    <p:extLst>
      <p:ext uri="{BB962C8B-B14F-4D97-AF65-F5344CB8AC3E}">
        <p14:creationId xmlns:p14="http://schemas.microsoft.com/office/powerpoint/2010/main" val="1643942072"/>
      </p:ext>
    </p:extLst>
  </p:cSld>
</p:sld>
</file>

<file path=ppt/slides/slide5.xml><?xml version="1.0" encoding="utf-8"?>
<p:sld xmlns:p="http://schemas.openxmlformats.org/presentationml/2006/main">
  <p:cSld>
    <p:bg>
      <p:bgPr>
        <a:solidFill xmlns:a="http://schemas.openxmlformats.org/drawingml/2006/main">
          <a:srgbClr val="FFFC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127F93C-CBFD-4B1F-9F0A-3DE456F1BE26}"/>
              </a:ext>
            </a:extLst>
          </p:cNvPr>
          <p:cNvSpPr>
            <a:spLocks xmlns:a="http://schemas.openxmlformats.org/drawingml/2006/main" noGrp="1"/>
          </p:cNvSpPr>
          <p:nvPr/>
        </p:nvSpPr>
        <p:spPr>
          <a:xfrm xmlns:a="http://schemas.openxmlformats.org/drawingml/2006/main">
            <a:off x="55245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a:solidFill>
                  <a:srgbClr val="102D27"/>
                </a:solidFill>
                <a:latin typeface="Georgia"/>
                <a:ea typeface="Georgia"/>
                <a:cs typeface="Georgia"/>
              </a:defRPr>
            </a:pPr>
            <a:r>
              <a:rPr sz="3150" b="1">
                <a:solidFill>
                  <a:srgbClr val="102D27"/>
                </a:solidFill>
                <a:latin typeface="Georgia"/>
                <a:ea typeface="Georgia"/>
                <a:cs typeface="Georgia"/>
              </a:rPr>
              <a:t>Working system evidence</a:t>
            </a:r>
          </a:p>
        </p:txBody>
      </p:sp>
      <p:sp>
        <p:nvSpPr>
          <p:cNvPr id="2" name="">
            <a:extLst xmlns:a="http://schemas.openxmlformats.org/drawingml/2006/main">
              <a:ext uri="{FF2B5EF4-FFF2-40B4-BE49-F238E27FC236}">
                <a16:creationId xmlns:a16="http://schemas.microsoft.com/office/drawing/2014/main" id="{AF633468-812D-4837-8DB8-B70375AF6B86}"/>
              </a:ext>
            </a:extLst>
          </p:cNvPr>
          <p:cNvSpPr>
            <a:spLocks xmlns:a="http://schemas.openxmlformats.org/drawingml/2006/main" noGrp="1"/>
          </p:cNvSpPr>
          <p:nvPr/>
        </p:nvSpPr>
        <p:spPr>
          <a:xfrm xmlns:a="http://schemas.openxmlformats.org/drawingml/2006/main">
            <a:off x="590550" y="12573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022"/>
          </a:bodyPr>
          <a:lstStyle xmlns:a="http://schemas.openxmlformats.org/drawingml/2006/main"/>
          <a:p xmlns:a="http://schemas.openxmlformats.org/drawingml/2006/main">
            <a:pPr algn="l">
              <a:lnSpc>
                <a:spcPct val="108000"/>
              </a:lnSpc>
              <a:buNone/>
              <a:defRPr sz="3375" b="1">
                <a:solidFill>
                  <a:srgbClr val="E66B52"/>
                </a:solidFill>
                <a:latin typeface="Georgia"/>
                <a:ea typeface="Georgia"/>
                <a:cs typeface="Georgia"/>
              </a:defRPr>
            </a:pPr>
            <a:r>
              <a:rPr sz="3375" b="1">
                <a:solidFill>
                  <a:srgbClr val="E66B52"/>
                </a:solidFill>
                <a:latin typeface="Georgia"/>
                <a:ea typeface="Georgia"/>
                <a:cs typeface="Georgia"/>
              </a:rPr>
              <a:t>56</a:t>
            </a:r>
          </a:p>
        </p:txBody>
      </p:sp>
      <p:sp>
        <p:nvSpPr>
          <p:cNvPr id="3" name="">
            <a:extLst xmlns:a="http://schemas.openxmlformats.org/drawingml/2006/main">
              <a:ext uri="{FF2B5EF4-FFF2-40B4-BE49-F238E27FC236}">
                <a16:creationId xmlns:a16="http://schemas.microsoft.com/office/drawing/2014/main" id="{B4F53284-FB05-4D7D-8BA6-53DB2F55A8BB}"/>
              </a:ext>
            </a:extLst>
          </p:cNvPr>
          <p:cNvSpPr>
            <a:spLocks xmlns:a="http://schemas.openxmlformats.org/drawingml/2006/main" noGrp="1"/>
          </p:cNvSpPr>
          <p:nvPr/>
        </p:nvSpPr>
        <p:spPr>
          <a:xfrm xmlns:a="http://schemas.openxmlformats.org/drawingml/2006/main">
            <a:off x="609600" y="18097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E6B66"/>
                </a:solidFill>
                <a:latin typeface="Arial"/>
                <a:ea typeface="Arial"/>
                <a:cs typeface="Arial"/>
              </a:defRPr>
            </a:pPr>
            <a:r>
              <a:rPr sz="1275" b="0">
                <a:solidFill>
                  <a:srgbClr val="5E6B66"/>
                </a:solidFill>
                <a:latin typeface="Arial"/>
                <a:ea typeface="Arial"/>
                <a:cs typeface="Arial"/>
              </a:rPr>
              <a:t>automated tests in the final suite</a:t>
            </a:r>
          </a:p>
        </p:txBody>
      </p:sp>
      <p:sp>
        <p:nvSpPr>
          <p:cNvPr id="4" name="">
            <a:extLst xmlns:a="http://schemas.openxmlformats.org/drawingml/2006/main">
              <a:ext uri="{FF2B5EF4-FFF2-40B4-BE49-F238E27FC236}">
                <a16:creationId xmlns:a16="http://schemas.microsoft.com/office/drawing/2014/main" id="{1CFF0E85-1709-437C-8D3E-505CD6A88E2B}"/>
              </a:ext>
            </a:extLst>
          </p:cNvPr>
          <p:cNvSpPr>
            <a:spLocks xmlns:a="http://schemas.openxmlformats.org/drawingml/2006/main" noGrp="1"/>
          </p:cNvSpPr>
          <p:nvPr/>
        </p:nvSpPr>
        <p:spPr>
          <a:xfrm xmlns:a="http://schemas.openxmlformats.org/drawingml/2006/main">
            <a:off x="590550" y="264795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022"/>
          </a:bodyPr>
          <a:lstStyle xmlns:a="http://schemas.openxmlformats.org/drawingml/2006/main"/>
          <a:p xmlns:a="http://schemas.openxmlformats.org/drawingml/2006/main">
            <a:pPr algn="l">
              <a:lnSpc>
                <a:spcPct val="108000"/>
              </a:lnSpc>
              <a:buNone/>
              <a:defRPr sz="3375" b="1">
                <a:solidFill>
                  <a:srgbClr val="173E35"/>
                </a:solidFill>
                <a:latin typeface="Georgia"/>
                <a:ea typeface="Georgia"/>
                <a:cs typeface="Georgia"/>
              </a:defRPr>
            </a:pPr>
            <a:r>
              <a:rPr sz="3375" b="1">
                <a:solidFill>
                  <a:srgbClr val="173E35"/>
                </a:solidFill>
                <a:latin typeface="Georgia"/>
                <a:ea typeface="Georgia"/>
                <a:cs typeface="Georgia"/>
              </a:rPr>
              <a:t>12</a:t>
            </a:r>
          </a:p>
        </p:txBody>
      </p:sp>
      <p:sp>
        <p:nvSpPr>
          <p:cNvPr id="5" name="">
            <a:extLst xmlns:a="http://schemas.openxmlformats.org/drawingml/2006/main">
              <a:ext uri="{FF2B5EF4-FFF2-40B4-BE49-F238E27FC236}">
                <a16:creationId xmlns:a16="http://schemas.microsoft.com/office/drawing/2014/main" id="{EFFBAF37-26DE-4EC9-B0E5-EA5E3B6776A2}"/>
              </a:ext>
            </a:extLst>
          </p:cNvPr>
          <p:cNvSpPr>
            <a:spLocks xmlns:a="http://schemas.openxmlformats.org/drawingml/2006/main" noGrp="1"/>
          </p:cNvSpPr>
          <p:nvPr/>
        </p:nvSpPr>
        <p:spPr>
          <a:xfrm xmlns:a="http://schemas.openxmlformats.org/drawingml/2006/main">
            <a:off x="609600" y="320040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E6B66"/>
                </a:solidFill>
                <a:latin typeface="Arial"/>
                <a:ea typeface="Arial"/>
                <a:cs typeface="Arial"/>
              </a:defRPr>
            </a:pPr>
            <a:r>
              <a:rPr sz="1275" b="0">
                <a:solidFill>
                  <a:srgbClr val="5E6B66"/>
                </a:solidFill>
                <a:latin typeface="Arial"/>
                <a:ea typeface="Arial"/>
                <a:cs typeface="Arial"/>
              </a:rPr>
              <a:t>public Supabase tables protected by RLS</a:t>
            </a:r>
          </a:p>
        </p:txBody>
      </p:sp>
      <p:sp>
        <p:nvSpPr>
          <p:cNvPr id="6" name="">
            <a:extLst xmlns:a="http://schemas.openxmlformats.org/drawingml/2006/main">
              <a:ext uri="{FF2B5EF4-FFF2-40B4-BE49-F238E27FC236}">
                <a16:creationId xmlns:a16="http://schemas.microsoft.com/office/drawing/2014/main" id="{41A3AAFE-D57F-4658-AE05-5DADB7333C0C}"/>
              </a:ext>
            </a:extLst>
          </p:cNvPr>
          <p:cNvSpPr>
            <a:spLocks xmlns:a="http://schemas.openxmlformats.org/drawingml/2006/main" noGrp="1"/>
          </p:cNvSpPr>
          <p:nvPr/>
        </p:nvSpPr>
        <p:spPr>
          <a:xfrm xmlns:a="http://schemas.openxmlformats.org/drawingml/2006/main">
            <a:off x="590550" y="42672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7D67149-7498-481C-84DD-43EA240D40DB}"/>
              </a:ext>
            </a:extLst>
          </p:cNvPr>
          <p:cNvSpPr>
            <a:spLocks xmlns:a="http://schemas.openxmlformats.org/drawingml/2006/main" noGrp="1"/>
          </p:cNvSpPr>
          <p:nvPr/>
        </p:nvSpPr>
        <p:spPr>
          <a:xfrm xmlns:a="http://schemas.openxmlformats.org/drawingml/2006/main">
            <a:off x="1085850" y="422910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E2A27"/>
                </a:solidFill>
                <a:latin typeface="Arial"/>
                <a:ea typeface="Arial"/>
                <a:cs typeface="Arial"/>
              </a:defRPr>
            </a:pPr>
            <a:r>
              <a:rPr sz="1275" b="0">
                <a:solidFill>
                  <a:srgbClr val="1E2A27"/>
                </a:solidFill>
                <a:latin typeface="Arial"/>
                <a:ea typeface="Arial"/>
                <a:cs typeface="Arial"/>
              </a:rPr>
              <a:t>Next.js, TypeScript and Supabase</a:t>
            </a:r>
          </a:p>
        </p:txBody>
      </p:sp>
      <p:sp>
        <p:nvSpPr>
          <p:cNvPr id="8" name="">
            <a:extLst xmlns:a="http://schemas.openxmlformats.org/drawingml/2006/main">
              <a:ext uri="{FF2B5EF4-FFF2-40B4-BE49-F238E27FC236}">
                <a16:creationId xmlns:a16="http://schemas.microsoft.com/office/drawing/2014/main" id="{C8C8FB91-DEC4-496A-BB25-8A6D44D7384A}"/>
              </a:ext>
            </a:extLst>
          </p:cNvPr>
          <p:cNvSpPr>
            <a:spLocks xmlns:a="http://schemas.openxmlformats.org/drawingml/2006/main" noGrp="1"/>
          </p:cNvSpPr>
          <p:nvPr/>
        </p:nvSpPr>
        <p:spPr>
          <a:xfrm xmlns:a="http://schemas.openxmlformats.org/drawingml/2006/main">
            <a:off x="590550" y="4781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955D2CED-7355-4559-950D-BE0AA21B0F6A}"/>
              </a:ext>
            </a:extLst>
          </p:cNvPr>
          <p:cNvSpPr>
            <a:spLocks xmlns:a="http://schemas.openxmlformats.org/drawingml/2006/main" noGrp="1"/>
          </p:cNvSpPr>
          <p:nvPr/>
        </p:nvSpPr>
        <p:spPr>
          <a:xfrm xmlns:a="http://schemas.openxmlformats.org/drawingml/2006/main">
            <a:off x="1085850" y="47434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E2A27"/>
                </a:solidFill>
                <a:latin typeface="Arial"/>
                <a:ea typeface="Arial"/>
                <a:cs typeface="Arial"/>
              </a:defRPr>
            </a:pPr>
            <a:r>
              <a:rPr sz="1275" b="0">
                <a:solidFill>
                  <a:srgbClr val="1E2A27"/>
                </a:solidFill>
                <a:latin typeface="Arial"/>
                <a:ea typeface="Arial"/>
                <a:cs typeface="Arial"/>
              </a:rPr>
              <a:t>Server-only Gemini 3.5 Flash evaluator</a:t>
            </a:r>
          </a:p>
        </p:txBody>
      </p:sp>
      <p:sp>
        <p:nvSpPr>
          <p:cNvPr id="10" name="">
            <a:extLst xmlns:a="http://schemas.openxmlformats.org/drawingml/2006/main">
              <a:ext uri="{FF2B5EF4-FFF2-40B4-BE49-F238E27FC236}">
                <a16:creationId xmlns:a16="http://schemas.microsoft.com/office/drawing/2014/main" id="{2424E76F-F36C-4E1F-8584-8681D65F55D5}"/>
              </a:ext>
            </a:extLst>
          </p:cNvPr>
          <p:cNvSpPr>
            <a:spLocks xmlns:a="http://schemas.openxmlformats.org/drawingml/2006/main" noGrp="1"/>
          </p:cNvSpPr>
          <p:nvPr/>
        </p:nvSpPr>
        <p:spPr>
          <a:xfrm xmlns:a="http://schemas.openxmlformats.org/drawingml/2006/main">
            <a:off x="590550" y="52959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450E9B51-CD64-45E2-AE04-3675D349B7A4}"/>
              </a:ext>
            </a:extLst>
          </p:cNvPr>
          <p:cNvSpPr>
            <a:spLocks xmlns:a="http://schemas.openxmlformats.org/drawingml/2006/main" noGrp="1"/>
          </p:cNvSpPr>
          <p:nvPr/>
        </p:nvSpPr>
        <p:spPr>
          <a:xfrm xmlns:a="http://schemas.openxmlformats.org/drawingml/2006/main">
            <a:off x="1085850" y="525780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E2A27"/>
                </a:solidFill>
                <a:latin typeface="Arial"/>
                <a:ea typeface="Arial"/>
                <a:cs typeface="Arial"/>
              </a:defRPr>
            </a:pPr>
            <a:r>
              <a:rPr sz="1275" b="0">
                <a:solidFill>
                  <a:srgbClr val="1E2A27"/>
                </a:solidFill>
                <a:latin typeface="Arial"/>
                <a:ea typeface="Arial"/>
                <a:cs typeface="Arial"/>
              </a:rPr>
              <a:t>Desktop and 390 px mobile evidence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a405fe592634910"/>
          <a:srcRect xmlns:a="http://schemas.openxmlformats.org/drawingml/2006/main" l="0" t="2277" r="0" b="2277"/>
          <a:stretch xmlns:a="http://schemas.openxmlformats.org/drawingml/2006/main">
            <a:fillRect l="0" t="0" r="0" b="0"/>
          </a:stretch>
        </p:blipFill>
        <p:spPr>
          <a:xfrm xmlns:a="http://schemas.openxmlformats.org/drawingml/2006/main">
            <a:off x="3848100" y="1219200"/>
            <a:ext cx="7696200" cy="4591050"/>
          </a:xfrm>
          <a:prstGeom xmlns:a="http://schemas.openxmlformats.org/drawingml/2006/main" prst="roundRect">
            <a:avLst>
              <a:gd name="adj" fmla="val 2905"/>
            </a:avLst>
          </a:prstGeom>
        </p:spPr>
      </p:pic>
      <p:sp>
        <p:nvSpPr>
          <p:cNvPr id="13" name="">
            <a:extLst xmlns:a="http://schemas.openxmlformats.org/drawingml/2006/main">
              <a:ext uri="{FF2B5EF4-FFF2-40B4-BE49-F238E27FC236}">
                <a16:creationId xmlns:a16="http://schemas.microsoft.com/office/drawing/2014/main" id="{C8B95698-41D6-4249-BC6E-9439A0404042}"/>
              </a:ext>
            </a:extLst>
          </p:cNvPr>
          <p:cNvSpPr>
            <a:spLocks xmlns:a="http://schemas.openxmlformats.org/drawingml/2006/main" noGrp="1"/>
          </p:cNvSpPr>
          <p:nvPr/>
        </p:nvSpPr>
        <p:spPr>
          <a:xfrm xmlns:a="http://schemas.openxmlformats.org/drawingml/2006/main">
            <a:off x="6191250" y="6000750"/>
            <a:ext cx="5353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E66B52"/>
                </a:solidFill>
                <a:latin typeface="Arial"/>
                <a:ea typeface="Arial"/>
                <a:cs typeface="Arial"/>
              </a:defRPr>
            </a:pPr>
            <a:r>
              <a:rPr sz="1050" b="1">
                <a:solidFill>
                  <a:srgbClr val="E66B52"/>
                </a:solidFill>
                <a:latin typeface="Arial"/>
                <a:ea typeface="Arial"/>
                <a:cs typeface="Arial"/>
              </a:rPr>
              <a:t>Boundary: a real multi-user staging journey still needs execution</a:t>
            </a:r>
          </a:p>
        </p:txBody>
      </p:sp>
      <p:sp>
        <p:nvSpPr>
          <p:cNvPr id="14" name="">
            <a:extLst xmlns:a="http://schemas.openxmlformats.org/drawingml/2006/main">
              <a:ext uri="{FF2B5EF4-FFF2-40B4-BE49-F238E27FC236}">
                <a16:creationId xmlns:a16="http://schemas.microsoft.com/office/drawing/2014/main" id="{245AC899-84C5-4DE0-B547-31B5E6658731}"/>
              </a:ext>
            </a:extLst>
          </p:cNvPr>
          <p:cNvSpPr>
            <a:spLocks xmlns:a="http://schemas.openxmlformats.org/drawingml/2006/main" noGrp="1"/>
          </p:cNvSpPr>
          <p:nvPr/>
        </p:nvSpPr>
        <p:spPr>
          <a:xfrm xmlns:a="http://schemas.openxmlformats.org/drawingml/2006/main">
            <a:off x="55245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5E6B66"/>
                </a:solidFill>
                <a:latin typeface="Arial"/>
                <a:ea typeface="Arial"/>
                <a:cs typeface="Arial"/>
              </a:defRPr>
            </a:pPr>
            <a:r>
              <a:rPr sz="825" b="0">
                <a:solidFill>
                  <a:srgbClr val="5E6B66"/>
                </a:solidFill>
                <a:latin typeface="Arial"/>
                <a:ea typeface="Arial"/>
                <a:cs typeface="Arial"/>
              </a:rPr>
              <a:t>PromptShala assessment review</a:t>
            </a:r>
          </a:p>
        </p:txBody>
      </p:sp>
      <p:sp>
        <p:nvSpPr>
          <p:cNvPr id="15" name="">
            <a:extLst xmlns:a="http://schemas.openxmlformats.org/drawingml/2006/main">
              <a:ext uri="{FF2B5EF4-FFF2-40B4-BE49-F238E27FC236}">
                <a16:creationId xmlns:a16="http://schemas.microsoft.com/office/drawing/2014/main" id="{0582E791-51BC-492C-A402-CBEB7371C75C}"/>
              </a:ext>
            </a:extLst>
          </p:cNvPr>
          <p:cNvSpPr>
            <a:spLocks xmlns:a="http://schemas.openxmlformats.org/drawingml/2006/main" noGrp="1"/>
          </p:cNvSpPr>
          <p:nvPr/>
        </p:nvSpPr>
        <p:spPr>
          <a:xfrm xmlns:a="http://schemas.openxmlformats.org/drawingml/2006/main">
            <a:off x="11144250" y="649605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a:solidFill>
                  <a:srgbClr val="47715F"/>
                </a:solidFill>
                <a:latin typeface="Arial"/>
                <a:ea typeface="Arial"/>
                <a:cs typeface="Arial"/>
              </a:defRPr>
            </a:pPr>
            <a:r>
              <a:rPr sz="900" b="1">
                <a:solidFill>
                  <a:srgbClr val="47715F"/>
                </a:solidFill>
                <a:latin typeface="Arial"/>
                <a:ea typeface="Arial"/>
                <a:cs typeface="Arial"/>
              </a:rPr>
              <a:t>05</a:t>
            </a:r>
          </a:p>
        </p:txBody>
      </p:sp>
    </p:spTree>
    <p:extLst>
      <p:ext uri="{BB962C8B-B14F-4D97-AF65-F5344CB8AC3E}">
        <p14:creationId xmlns:p14="http://schemas.microsoft.com/office/powerpoint/2010/main" val="19581855"/>
      </p:ext>
    </p:extLst>
  </p:cSld>
</p:sld>
</file>

<file path=ppt/slides/slide6.xml><?xml version="1.0" encoding="utf-8"?>
<p:sld xmlns:p="http://schemas.openxmlformats.org/presentationml/2006/main">
  <p:cSld>
    <p:bg>
      <p:bgPr>
        <a:solidFill xmlns:a="http://schemas.openxmlformats.org/drawingml/2006/main">
          <a:srgbClr val="F7F2E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89DF99B-ADE4-4C7C-A9A9-8C34C85C2448}"/>
              </a:ext>
            </a:extLst>
          </p:cNvPr>
          <p:cNvSpPr>
            <a:spLocks xmlns:a="http://schemas.openxmlformats.org/drawingml/2006/main" noGrp="1"/>
          </p:cNvSpPr>
          <p:nvPr/>
        </p:nvSpPr>
        <p:spPr>
          <a:xfrm xmlns:a="http://schemas.openxmlformats.org/drawingml/2006/main">
            <a:off x="55245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a:solidFill>
                  <a:srgbClr val="102D27"/>
                </a:solidFill>
                <a:latin typeface="Georgia"/>
                <a:ea typeface="Georgia"/>
                <a:cs typeface="Georgia"/>
              </a:defRPr>
            </a:pPr>
            <a:r>
              <a:rPr sz="3150" b="1">
                <a:solidFill>
                  <a:srgbClr val="102D27"/>
                </a:solidFill>
                <a:latin typeface="Georgia"/>
                <a:ea typeface="Georgia"/>
                <a:cs typeface="Georgia"/>
              </a:rPr>
              <a:t>Project evidence and team ownership</a:t>
            </a:r>
          </a:p>
        </p:txBody>
      </p:sp>
      <p:sp>
        <p:nvSpPr>
          <p:cNvPr id="2" name="">
            <a:extLst xmlns:a="http://schemas.openxmlformats.org/drawingml/2006/main">
              <a:ext uri="{FF2B5EF4-FFF2-40B4-BE49-F238E27FC236}">
                <a16:creationId xmlns:a16="http://schemas.microsoft.com/office/drawing/2014/main" id="{C8FA88F9-6E4A-4A9A-88C9-A584A6BEEB9F}"/>
              </a:ext>
            </a:extLst>
          </p:cNvPr>
          <p:cNvSpPr>
            <a:spLocks xmlns:a="http://schemas.openxmlformats.org/drawingml/2006/main" noGrp="1"/>
          </p:cNvSpPr>
          <p:nvPr/>
        </p:nvSpPr>
        <p:spPr>
          <a:xfrm xmlns:a="http://schemas.openxmlformats.org/drawingml/2006/main">
            <a:off x="552450" y="12573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173E35"/>
                </a:solidFill>
                <a:latin typeface="Georgia"/>
                <a:ea typeface="Georgia"/>
                <a:cs typeface="Georgia"/>
              </a:defRPr>
            </a:pPr>
            <a:r>
              <a:rPr sz="1650" b="1">
                <a:solidFill>
                  <a:srgbClr val="173E35"/>
                </a:solidFill>
                <a:latin typeface="Georgia"/>
                <a:ea typeface="Georgia"/>
                <a:cs typeface="Georgia"/>
              </a:rPr>
              <a:t>Darshan Sonawane</a:t>
            </a:r>
          </a:p>
        </p:txBody>
      </p:sp>
      <p:sp>
        <p:nvSpPr>
          <p:cNvPr id="3" name="">
            <a:extLst xmlns:a="http://schemas.openxmlformats.org/drawingml/2006/main">
              <a:ext uri="{FF2B5EF4-FFF2-40B4-BE49-F238E27FC236}">
                <a16:creationId xmlns:a16="http://schemas.microsoft.com/office/drawing/2014/main" id="{16C85B93-3D75-4DF3-9743-6ACA215B8108}"/>
              </a:ext>
            </a:extLst>
          </p:cNvPr>
          <p:cNvSpPr>
            <a:spLocks xmlns:a="http://schemas.openxmlformats.org/drawingml/2006/main" noGrp="1"/>
          </p:cNvSpPr>
          <p:nvPr/>
        </p:nvSpPr>
        <p:spPr>
          <a:xfrm xmlns:a="http://schemas.openxmlformats.org/drawingml/2006/main">
            <a:off x="552450" y="194310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E2A27"/>
                </a:solidFill>
                <a:latin typeface="Arial"/>
                <a:ea typeface="Arial"/>
                <a:cs typeface="Arial"/>
              </a:defRPr>
            </a:pPr>
            <a:r>
              <a:rPr sz="1350" b="1">
                <a:solidFill>
                  <a:srgbClr val="1E2A27"/>
                </a:solidFill>
                <a:latin typeface="Arial"/>
                <a:ea typeface="Arial"/>
                <a:cs typeface="Arial"/>
              </a:rPr>
              <a:t>Planning and client flow</a:t>
            </a:r>
          </a:p>
        </p:txBody>
      </p:sp>
      <p:sp>
        <p:nvSpPr>
          <p:cNvPr id="4" name="">
            <a:extLst xmlns:a="http://schemas.openxmlformats.org/drawingml/2006/main">
              <a:ext uri="{FF2B5EF4-FFF2-40B4-BE49-F238E27FC236}">
                <a16:creationId xmlns:a16="http://schemas.microsoft.com/office/drawing/2014/main" id="{EE0154E3-D6C0-4349-903C-5F0653881435}"/>
              </a:ext>
            </a:extLst>
          </p:cNvPr>
          <p:cNvSpPr>
            <a:spLocks xmlns:a="http://schemas.openxmlformats.org/drawingml/2006/main" noGrp="1"/>
          </p:cNvSpPr>
          <p:nvPr/>
        </p:nvSpPr>
        <p:spPr>
          <a:xfrm xmlns:a="http://schemas.openxmlformats.org/drawingml/2006/main">
            <a:off x="552450" y="2628900"/>
            <a:ext cx="257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275" b="0">
                <a:solidFill>
                  <a:srgbClr val="5E6B66"/>
                </a:solidFill>
                <a:latin typeface="Arial"/>
                <a:ea typeface="Arial"/>
                <a:cs typeface="Arial"/>
              </a:defRPr>
            </a:pPr>
            <a:r>
              <a:rPr sz="1275" b="0">
                <a:solidFill>
                  <a:srgbClr val="5E6B66"/>
                </a:solidFill>
                <a:latin typeface="Arial"/>
                <a:ea typeface="Arial"/>
                <a:cs typeface="Arial"/>
              </a:rPr>
              <a:t>HLD schedule, Jira structure, walkthrough</a:t>
            </a:r>
          </a:p>
        </p:txBody>
      </p:sp>
      <p:sp>
        <p:nvSpPr>
          <p:cNvPr id="5" name="">
            <a:extLst xmlns:a="http://schemas.openxmlformats.org/drawingml/2006/main">
              <a:ext uri="{FF2B5EF4-FFF2-40B4-BE49-F238E27FC236}">
                <a16:creationId xmlns:a16="http://schemas.microsoft.com/office/drawing/2014/main" id="{F76BAA05-2F2A-4283-ACBD-05FD075ACE27}"/>
              </a:ext>
            </a:extLst>
          </p:cNvPr>
          <p:cNvSpPr>
            <a:spLocks xmlns:a="http://schemas.openxmlformats.org/drawingml/2006/main" noGrp="1"/>
          </p:cNvSpPr>
          <p:nvPr/>
        </p:nvSpPr>
        <p:spPr>
          <a:xfrm xmlns:a="http://schemas.openxmlformats.org/drawingml/2006/main">
            <a:off x="3438525" y="12573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E66B52"/>
                </a:solidFill>
                <a:latin typeface="Georgia"/>
                <a:ea typeface="Georgia"/>
                <a:cs typeface="Georgia"/>
              </a:defRPr>
            </a:pPr>
            <a:r>
              <a:rPr sz="1650" b="1">
                <a:solidFill>
                  <a:srgbClr val="E66B52"/>
                </a:solidFill>
                <a:latin typeface="Georgia"/>
                <a:ea typeface="Georgia"/>
                <a:cs typeface="Georgia"/>
              </a:rPr>
              <a:t>Vishal Patel</a:t>
            </a:r>
          </a:p>
        </p:txBody>
      </p:sp>
      <p:sp>
        <p:nvSpPr>
          <p:cNvPr id="6" name="">
            <a:extLst xmlns:a="http://schemas.openxmlformats.org/drawingml/2006/main">
              <a:ext uri="{FF2B5EF4-FFF2-40B4-BE49-F238E27FC236}">
                <a16:creationId xmlns:a16="http://schemas.microsoft.com/office/drawing/2014/main" id="{257E8D17-D256-4A9F-84FD-90573A315807}"/>
              </a:ext>
            </a:extLst>
          </p:cNvPr>
          <p:cNvSpPr>
            <a:spLocks xmlns:a="http://schemas.openxmlformats.org/drawingml/2006/main" noGrp="1"/>
          </p:cNvSpPr>
          <p:nvPr/>
        </p:nvSpPr>
        <p:spPr>
          <a:xfrm xmlns:a="http://schemas.openxmlformats.org/drawingml/2006/main">
            <a:off x="3438525" y="194310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E2A27"/>
                </a:solidFill>
                <a:latin typeface="Arial"/>
                <a:ea typeface="Arial"/>
                <a:cs typeface="Arial"/>
              </a:defRPr>
            </a:pPr>
            <a:r>
              <a:rPr sz="1350" b="1">
                <a:solidFill>
                  <a:srgbClr val="1E2A27"/>
                </a:solidFill>
                <a:latin typeface="Arial"/>
                <a:ea typeface="Arial"/>
                <a:cs typeface="Arial"/>
              </a:rPr>
              <a:t>Persona and experience design</a:t>
            </a:r>
          </a:p>
        </p:txBody>
      </p:sp>
      <p:sp>
        <p:nvSpPr>
          <p:cNvPr id="7" name="">
            <a:extLst xmlns:a="http://schemas.openxmlformats.org/drawingml/2006/main">
              <a:ext uri="{FF2B5EF4-FFF2-40B4-BE49-F238E27FC236}">
                <a16:creationId xmlns:a16="http://schemas.microsoft.com/office/drawing/2014/main" id="{5BDFEF4C-5918-4587-8D38-74BBD65793EF}"/>
              </a:ext>
            </a:extLst>
          </p:cNvPr>
          <p:cNvSpPr>
            <a:spLocks xmlns:a="http://schemas.openxmlformats.org/drawingml/2006/main" noGrp="1"/>
          </p:cNvSpPr>
          <p:nvPr/>
        </p:nvSpPr>
        <p:spPr>
          <a:xfrm xmlns:a="http://schemas.openxmlformats.org/drawingml/2006/main">
            <a:off x="3438525" y="2628900"/>
            <a:ext cx="257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275" b="0">
                <a:solidFill>
                  <a:srgbClr val="5E6B66"/>
                </a:solidFill>
                <a:latin typeface="Arial"/>
                <a:ea typeface="Arial"/>
                <a:cs typeface="Arial"/>
              </a:defRPr>
            </a:pPr>
            <a:r>
              <a:rPr sz="1275" b="0">
                <a:solidFill>
                  <a:srgbClr val="5E6B66"/>
                </a:solidFill>
                <a:latin typeface="Arial"/>
                <a:ea typeface="Arial"/>
                <a:cs typeface="Arial"/>
              </a:rPr>
              <a:t>Teacher needs, wireframes, responsive UX</a:t>
            </a:r>
          </a:p>
        </p:txBody>
      </p:sp>
      <p:sp>
        <p:nvSpPr>
          <p:cNvPr id="8" name="">
            <a:extLst xmlns:a="http://schemas.openxmlformats.org/drawingml/2006/main">
              <a:ext uri="{FF2B5EF4-FFF2-40B4-BE49-F238E27FC236}">
                <a16:creationId xmlns:a16="http://schemas.microsoft.com/office/drawing/2014/main" id="{C2BB58F7-0341-4D4A-A53E-D77768CC559D}"/>
              </a:ext>
            </a:extLst>
          </p:cNvPr>
          <p:cNvSpPr>
            <a:spLocks xmlns:a="http://schemas.openxmlformats.org/drawingml/2006/main" noGrp="1"/>
          </p:cNvSpPr>
          <p:nvPr/>
        </p:nvSpPr>
        <p:spPr>
          <a:xfrm xmlns:a="http://schemas.openxmlformats.org/drawingml/2006/main">
            <a:off x="6324600" y="12573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173E35"/>
                </a:solidFill>
                <a:latin typeface="Georgia"/>
                <a:ea typeface="Georgia"/>
                <a:cs typeface="Georgia"/>
              </a:defRPr>
            </a:pPr>
            <a:r>
              <a:rPr sz="1650" b="1">
                <a:solidFill>
                  <a:srgbClr val="173E35"/>
                </a:solidFill>
                <a:latin typeface="Georgia"/>
                <a:ea typeface="Georgia"/>
                <a:cs typeface="Georgia"/>
              </a:rPr>
              <a:t>Ashok Chilka</a:t>
            </a:r>
          </a:p>
        </p:txBody>
      </p:sp>
      <p:sp>
        <p:nvSpPr>
          <p:cNvPr id="9" name="">
            <a:extLst xmlns:a="http://schemas.openxmlformats.org/drawingml/2006/main">
              <a:ext uri="{FF2B5EF4-FFF2-40B4-BE49-F238E27FC236}">
                <a16:creationId xmlns:a16="http://schemas.microsoft.com/office/drawing/2014/main" id="{E877162E-9259-4B00-93F4-7ED7CF1E910A}"/>
              </a:ext>
            </a:extLst>
          </p:cNvPr>
          <p:cNvSpPr>
            <a:spLocks xmlns:a="http://schemas.openxmlformats.org/drawingml/2006/main" noGrp="1"/>
          </p:cNvSpPr>
          <p:nvPr/>
        </p:nvSpPr>
        <p:spPr>
          <a:xfrm xmlns:a="http://schemas.openxmlformats.org/drawingml/2006/main">
            <a:off x="6324600" y="194310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E2A27"/>
                </a:solidFill>
                <a:latin typeface="Arial"/>
                <a:ea typeface="Arial"/>
                <a:cs typeface="Arial"/>
              </a:defRPr>
            </a:pPr>
            <a:r>
              <a:rPr sz="1350" b="1">
                <a:solidFill>
                  <a:srgbClr val="1E2A27"/>
                </a:solidFill>
                <a:latin typeface="Arial"/>
                <a:ea typeface="Arial"/>
                <a:cs typeface="Arial"/>
              </a:rPr>
              <a:t>Learning and CRAFT content</a:t>
            </a:r>
          </a:p>
        </p:txBody>
      </p:sp>
      <p:sp>
        <p:nvSpPr>
          <p:cNvPr id="10" name="">
            <a:extLst xmlns:a="http://schemas.openxmlformats.org/drawingml/2006/main">
              <a:ext uri="{FF2B5EF4-FFF2-40B4-BE49-F238E27FC236}">
                <a16:creationId xmlns:a16="http://schemas.microsoft.com/office/drawing/2014/main" id="{03D632BF-0EC3-4A22-BF30-BDAADD4160D5}"/>
              </a:ext>
            </a:extLst>
          </p:cNvPr>
          <p:cNvSpPr>
            <a:spLocks xmlns:a="http://schemas.openxmlformats.org/drawingml/2006/main" noGrp="1"/>
          </p:cNvSpPr>
          <p:nvPr/>
        </p:nvSpPr>
        <p:spPr>
          <a:xfrm xmlns:a="http://schemas.openxmlformats.org/drawingml/2006/main">
            <a:off x="6324600" y="2628900"/>
            <a:ext cx="257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275" b="0">
                <a:solidFill>
                  <a:srgbClr val="5E6B66"/>
                </a:solidFill>
                <a:latin typeface="Arial"/>
                <a:ea typeface="Arial"/>
                <a:cs typeface="Arial"/>
              </a:defRPr>
            </a:pPr>
            <a:r>
              <a:rPr sz="1275" b="0">
                <a:solidFill>
                  <a:srgbClr val="5E6B66"/>
                </a:solidFill>
                <a:latin typeface="Arial"/>
                <a:ea typeface="Arial"/>
                <a:cs typeface="Arial"/>
              </a:rPr>
              <a:t>Lessons, scenarios, rubric and quiz review</a:t>
            </a:r>
          </a:p>
        </p:txBody>
      </p:sp>
      <p:sp>
        <p:nvSpPr>
          <p:cNvPr id="11" name="">
            <a:extLst xmlns:a="http://schemas.openxmlformats.org/drawingml/2006/main">
              <a:ext uri="{FF2B5EF4-FFF2-40B4-BE49-F238E27FC236}">
                <a16:creationId xmlns:a16="http://schemas.microsoft.com/office/drawing/2014/main" id="{AD1DBD7D-93CA-440E-B7C9-BA82EF0B95F1}"/>
              </a:ext>
            </a:extLst>
          </p:cNvPr>
          <p:cNvSpPr>
            <a:spLocks xmlns:a="http://schemas.openxmlformats.org/drawingml/2006/main" noGrp="1"/>
          </p:cNvSpPr>
          <p:nvPr/>
        </p:nvSpPr>
        <p:spPr>
          <a:xfrm xmlns:a="http://schemas.openxmlformats.org/drawingml/2006/main">
            <a:off x="9210675" y="12573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E66B52"/>
                </a:solidFill>
                <a:latin typeface="Georgia"/>
                <a:ea typeface="Georgia"/>
                <a:cs typeface="Georgia"/>
              </a:defRPr>
            </a:pPr>
            <a:r>
              <a:rPr sz="1650" b="1">
                <a:solidFill>
                  <a:srgbClr val="E66B52"/>
                </a:solidFill>
                <a:latin typeface="Georgia"/>
                <a:ea typeface="Georgia"/>
                <a:cs typeface="Georgia"/>
              </a:rPr>
              <a:t>Raghuram Gundi</a:t>
            </a:r>
          </a:p>
        </p:txBody>
      </p:sp>
      <p:sp>
        <p:nvSpPr>
          <p:cNvPr id="12" name="">
            <a:extLst xmlns:a="http://schemas.openxmlformats.org/drawingml/2006/main">
              <a:ext uri="{FF2B5EF4-FFF2-40B4-BE49-F238E27FC236}">
                <a16:creationId xmlns:a16="http://schemas.microsoft.com/office/drawing/2014/main" id="{F696604D-7DAE-45C2-9ED9-97AB7C1BB7CF}"/>
              </a:ext>
            </a:extLst>
          </p:cNvPr>
          <p:cNvSpPr>
            <a:spLocks xmlns:a="http://schemas.openxmlformats.org/drawingml/2006/main" noGrp="1"/>
          </p:cNvSpPr>
          <p:nvPr/>
        </p:nvSpPr>
        <p:spPr>
          <a:xfrm xmlns:a="http://schemas.openxmlformats.org/drawingml/2006/main">
            <a:off x="9210675" y="194310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E2A27"/>
                </a:solidFill>
                <a:latin typeface="Arial"/>
                <a:ea typeface="Arial"/>
                <a:cs typeface="Arial"/>
              </a:defRPr>
            </a:pPr>
            <a:r>
              <a:rPr sz="1350" b="1">
                <a:solidFill>
                  <a:srgbClr val="1E2A27"/>
                </a:solidFill>
                <a:latin typeface="Arial"/>
                <a:ea typeface="Arial"/>
                <a:cs typeface="Arial"/>
              </a:rPr>
              <a:t>Platform and validation</a:t>
            </a:r>
          </a:p>
        </p:txBody>
      </p:sp>
      <p:sp>
        <p:nvSpPr>
          <p:cNvPr id="13" name="">
            <a:extLst xmlns:a="http://schemas.openxmlformats.org/drawingml/2006/main">
              <a:ext uri="{FF2B5EF4-FFF2-40B4-BE49-F238E27FC236}">
                <a16:creationId xmlns:a16="http://schemas.microsoft.com/office/drawing/2014/main" id="{087F0DD1-70AE-417E-BFE1-27EC9272507F}"/>
              </a:ext>
            </a:extLst>
          </p:cNvPr>
          <p:cNvSpPr>
            <a:spLocks xmlns:a="http://schemas.openxmlformats.org/drawingml/2006/main" noGrp="1"/>
          </p:cNvSpPr>
          <p:nvPr/>
        </p:nvSpPr>
        <p:spPr>
          <a:xfrm xmlns:a="http://schemas.openxmlformats.org/drawingml/2006/main">
            <a:off x="9210675" y="2628900"/>
            <a:ext cx="257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275" b="0">
                <a:solidFill>
                  <a:srgbClr val="5E6B66"/>
                </a:solidFill>
                <a:latin typeface="Arial"/>
                <a:ea typeface="Arial"/>
                <a:cs typeface="Arial"/>
              </a:defRPr>
            </a:pPr>
            <a:r>
              <a:rPr sz="1275" b="0">
                <a:solidFill>
                  <a:srgbClr val="5E6B66"/>
                </a:solidFill>
                <a:latin typeface="Arial"/>
                <a:ea typeface="Arial"/>
                <a:cs typeface="Arial"/>
              </a:rPr>
              <a:t>Supabase, AI integration, tests and staging</a:t>
            </a:r>
          </a:p>
        </p:txBody>
      </p:sp>
      <p:sp>
        <p:nvSpPr>
          <p:cNvPr id="14" name="">
            <a:extLst xmlns:a="http://schemas.openxmlformats.org/drawingml/2006/main">
              <a:ext uri="{FF2B5EF4-FFF2-40B4-BE49-F238E27FC236}">
                <a16:creationId xmlns:a16="http://schemas.microsoft.com/office/drawing/2014/main" id="{D19E2923-1257-41B7-924E-50CFF74B2EE3}"/>
              </a:ext>
            </a:extLst>
          </p:cNvPr>
          <p:cNvSpPr>
            <a:spLocks xmlns:a="http://schemas.openxmlformats.org/drawingml/2006/main" noGrp="1"/>
          </p:cNvSpPr>
          <p:nvPr/>
        </p:nvSpPr>
        <p:spPr>
          <a:xfrm xmlns:a="http://schemas.openxmlformats.org/drawingml/2006/main">
            <a:off x="609600" y="43243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025" b="1">
                <a:solidFill>
                  <a:srgbClr val="102D27"/>
                </a:solidFill>
                <a:latin typeface="Georgia"/>
                <a:ea typeface="Georgia"/>
                <a:cs typeface="Georgia"/>
              </a:defRPr>
            </a:pPr>
            <a:r>
              <a:rPr sz="2025" b="1">
                <a:solidFill>
                  <a:srgbClr val="102D27"/>
                </a:solidFill>
                <a:latin typeface="Georgia"/>
                <a:ea typeface="Georgia"/>
                <a:cs typeface="Georgia"/>
              </a:rPr>
              <a:t>HLD v1.3</a:t>
            </a:r>
          </a:p>
        </p:txBody>
      </p:sp>
      <p:sp>
        <p:nvSpPr>
          <p:cNvPr id="15" name="">
            <a:extLst xmlns:a="http://schemas.openxmlformats.org/drawingml/2006/main">
              <a:ext uri="{FF2B5EF4-FFF2-40B4-BE49-F238E27FC236}">
                <a16:creationId xmlns:a16="http://schemas.microsoft.com/office/drawing/2014/main" id="{C643CCDF-77AC-4C2C-BD83-623E405BA115}"/>
              </a:ext>
            </a:extLst>
          </p:cNvPr>
          <p:cNvSpPr>
            <a:spLocks xmlns:a="http://schemas.openxmlformats.org/drawingml/2006/main" noGrp="1"/>
          </p:cNvSpPr>
          <p:nvPr/>
        </p:nvSpPr>
        <p:spPr>
          <a:xfrm xmlns:a="http://schemas.openxmlformats.org/drawingml/2006/main">
            <a:off x="609600" y="485775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0">
                <a:solidFill>
                  <a:srgbClr val="5E6B66"/>
                </a:solidFill>
                <a:latin typeface="Arial"/>
                <a:ea typeface="Arial"/>
                <a:cs typeface="Arial"/>
              </a:defRPr>
            </a:pPr>
            <a:r>
              <a:rPr sz="1200" b="0">
                <a:solidFill>
                  <a:srgbClr val="5E6B66"/>
                </a:solidFill>
                <a:latin typeface="Arial"/>
                <a:ea typeface="Arial"/>
                <a:cs typeface="Arial"/>
              </a:rPr>
              <a:t>signed page preserved</a:t>
            </a:r>
          </a:p>
        </p:txBody>
      </p:sp>
      <p:sp>
        <p:nvSpPr>
          <p:cNvPr id="16" name="">
            <a:extLst xmlns:a="http://schemas.openxmlformats.org/drawingml/2006/main">
              <a:ext uri="{FF2B5EF4-FFF2-40B4-BE49-F238E27FC236}">
                <a16:creationId xmlns:a16="http://schemas.microsoft.com/office/drawing/2014/main" id="{16A64561-89E4-4EBD-9161-A657031490B3}"/>
              </a:ext>
            </a:extLst>
          </p:cNvPr>
          <p:cNvSpPr>
            <a:spLocks xmlns:a="http://schemas.openxmlformats.org/drawingml/2006/main" noGrp="1"/>
          </p:cNvSpPr>
          <p:nvPr/>
        </p:nvSpPr>
        <p:spPr>
          <a:xfrm xmlns:a="http://schemas.openxmlformats.org/drawingml/2006/main">
            <a:off x="3467100" y="43243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025" b="1">
                <a:solidFill>
                  <a:srgbClr val="102D27"/>
                </a:solidFill>
                <a:latin typeface="Georgia"/>
                <a:ea typeface="Georgia"/>
                <a:cs typeface="Georgia"/>
              </a:defRPr>
            </a:pPr>
            <a:r>
              <a:rPr sz="2025" b="1">
                <a:solidFill>
                  <a:srgbClr val="102D27"/>
                </a:solidFill>
                <a:latin typeface="Georgia"/>
                <a:ea typeface="Georgia"/>
                <a:cs typeface="Georgia"/>
              </a:rPr>
              <a:t>4 MoMs</a:t>
            </a:r>
          </a:p>
        </p:txBody>
      </p:sp>
      <p:sp>
        <p:nvSpPr>
          <p:cNvPr id="17" name="">
            <a:extLst xmlns:a="http://schemas.openxmlformats.org/drawingml/2006/main">
              <a:ext uri="{FF2B5EF4-FFF2-40B4-BE49-F238E27FC236}">
                <a16:creationId xmlns:a16="http://schemas.microsoft.com/office/drawing/2014/main" id="{D025C47C-1FD4-4EC3-B904-094BCC5572C6}"/>
              </a:ext>
            </a:extLst>
          </p:cNvPr>
          <p:cNvSpPr>
            <a:spLocks xmlns:a="http://schemas.openxmlformats.org/drawingml/2006/main" noGrp="1"/>
          </p:cNvSpPr>
          <p:nvPr/>
        </p:nvSpPr>
        <p:spPr>
          <a:xfrm xmlns:a="http://schemas.openxmlformats.org/drawingml/2006/main">
            <a:off x="3467100" y="485775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0">
                <a:solidFill>
                  <a:srgbClr val="5E6B66"/>
                </a:solidFill>
                <a:latin typeface="Arial"/>
                <a:ea typeface="Arial"/>
                <a:cs typeface="Arial"/>
              </a:defRPr>
            </a:pPr>
            <a:r>
              <a:rPr sz="1200" b="0">
                <a:solidFill>
                  <a:srgbClr val="5E6B66"/>
                </a:solidFill>
                <a:latin typeface="Arial"/>
                <a:ea typeface="Arial"/>
                <a:cs typeface="Arial"/>
              </a:rPr>
              <a:t>date-wise client record</a:t>
            </a:r>
          </a:p>
        </p:txBody>
      </p:sp>
      <p:sp>
        <p:nvSpPr>
          <p:cNvPr id="18" name="">
            <a:extLst xmlns:a="http://schemas.openxmlformats.org/drawingml/2006/main">
              <a:ext uri="{FF2B5EF4-FFF2-40B4-BE49-F238E27FC236}">
                <a16:creationId xmlns:a16="http://schemas.microsoft.com/office/drawing/2014/main" id="{8E423BE3-D6CF-4834-8DA9-ED7B4E7CC654}"/>
              </a:ext>
            </a:extLst>
          </p:cNvPr>
          <p:cNvSpPr>
            <a:spLocks xmlns:a="http://schemas.openxmlformats.org/drawingml/2006/main" noGrp="1"/>
          </p:cNvSpPr>
          <p:nvPr/>
        </p:nvSpPr>
        <p:spPr>
          <a:xfrm xmlns:a="http://schemas.openxmlformats.org/drawingml/2006/main">
            <a:off x="6324600" y="43243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025" b="1">
                <a:solidFill>
                  <a:srgbClr val="102D27"/>
                </a:solidFill>
                <a:latin typeface="Georgia"/>
                <a:ea typeface="Georgia"/>
                <a:cs typeface="Georgia"/>
              </a:defRPr>
            </a:pPr>
            <a:r>
              <a:rPr sz="2025" b="1">
                <a:solidFill>
                  <a:srgbClr val="102D27"/>
                </a:solidFill>
                <a:latin typeface="Georgia"/>
                <a:ea typeface="Georgia"/>
                <a:cs typeface="Georgia"/>
              </a:rPr>
              <a:t>20 Jira tasks</a:t>
            </a:r>
          </a:p>
        </p:txBody>
      </p:sp>
      <p:sp>
        <p:nvSpPr>
          <p:cNvPr id="19" name="">
            <a:extLst xmlns:a="http://schemas.openxmlformats.org/drawingml/2006/main">
              <a:ext uri="{FF2B5EF4-FFF2-40B4-BE49-F238E27FC236}">
                <a16:creationId xmlns:a16="http://schemas.microsoft.com/office/drawing/2014/main" id="{4DF500B8-C70A-413B-B61C-9C973EB44B79}"/>
              </a:ext>
            </a:extLst>
          </p:cNvPr>
          <p:cNvSpPr>
            <a:spLocks xmlns:a="http://schemas.openxmlformats.org/drawingml/2006/main" noGrp="1"/>
          </p:cNvSpPr>
          <p:nvPr/>
        </p:nvSpPr>
        <p:spPr>
          <a:xfrm xmlns:a="http://schemas.openxmlformats.org/drawingml/2006/main">
            <a:off x="6324600" y="485775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0">
                <a:solidFill>
                  <a:srgbClr val="5E6B66"/>
                </a:solidFill>
                <a:latin typeface="Arial"/>
                <a:ea typeface="Arial"/>
                <a:cs typeface="Arial"/>
              </a:defRPr>
            </a:pPr>
            <a:r>
              <a:rPr sz="1200" b="0">
                <a:solidFill>
                  <a:srgbClr val="5E6B66"/>
                </a:solidFill>
                <a:latin typeface="Arial"/>
                <a:ea typeface="Arial"/>
                <a:cs typeface="Arial"/>
              </a:rPr>
              <a:t>5 assigned to each member</a:t>
            </a:r>
          </a:p>
        </p:txBody>
      </p:sp>
      <p:sp>
        <p:nvSpPr>
          <p:cNvPr id="20" name="">
            <a:extLst xmlns:a="http://schemas.openxmlformats.org/drawingml/2006/main">
              <a:ext uri="{FF2B5EF4-FFF2-40B4-BE49-F238E27FC236}">
                <a16:creationId xmlns:a16="http://schemas.microsoft.com/office/drawing/2014/main" id="{0C63D699-5181-43CC-ABEE-56B18DF60A8A}"/>
              </a:ext>
            </a:extLst>
          </p:cNvPr>
          <p:cNvSpPr>
            <a:spLocks xmlns:a="http://schemas.openxmlformats.org/drawingml/2006/main" noGrp="1"/>
          </p:cNvSpPr>
          <p:nvPr/>
        </p:nvSpPr>
        <p:spPr>
          <a:xfrm xmlns:a="http://schemas.openxmlformats.org/drawingml/2006/main">
            <a:off x="9182100" y="43243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025" b="1">
                <a:solidFill>
                  <a:srgbClr val="102D27"/>
                </a:solidFill>
                <a:latin typeface="Georgia"/>
                <a:ea typeface="Georgia"/>
                <a:cs typeface="Georgia"/>
              </a:defRPr>
            </a:pPr>
            <a:r>
              <a:rPr sz="2025" b="1">
                <a:solidFill>
                  <a:srgbClr val="102D27"/>
                </a:solidFill>
                <a:latin typeface="Georgia"/>
                <a:ea typeface="Georgia"/>
                <a:cs typeface="Georgia"/>
              </a:rPr>
              <a:t>16 commits</a:t>
            </a:r>
          </a:p>
        </p:txBody>
      </p:sp>
      <p:sp>
        <p:nvSpPr>
          <p:cNvPr id="21" name="">
            <a:extLst xmlns:a="http://schemas.openxmlformats.org/drawingml/2006/main">
              <a:ext uri="{FF2B5EF4-FFF2-40B4-BE49-F238E27FC236}">
                <a16:creationId xmlns:a16="http://schemas.microsoft.com/office/drawing/2014/main" id="{E8A1793B-AEF1-4B6A-BA40-20710310B30B}"/>
              </a:ext>
            </a:extLst>
          </p:cNvPr>
          <p:cNvSpPr>
            <a:spLocks xmlns:a="http://schemas.openxmlformats.org/drawingml/2006/main" noGrp="1"/>
          </p:cNvSpPr>
          <p:nvPr/>
        </p:nvSpPr>
        <p:spPr>
          <a:xfrm xmlns:a="http://schemas.openxmlformats.org/drawingml/2006/main">
            <a:off x="9182100" y="485775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0">
                <a:solidFill>
                  <a:srgbClr val="5E6B66"/>
                </a:solidFill>
                <a:latin typeface="Arial"/>
                <a:ea typeface="Arial"/>
                <a:cs typeface="Arial"/>
              </a:defRPr>
            </a:pPr>
            <a:r>
              <a:rPr sz="1200" b="0">
                <a:solidFill>
                  <a:srgbClr val="5E6B66"/>
                </a:solidFill>
                <a:latin typeface="Arial"/>
                <a:ea typeface="Arial"/>
                <a:cs typeface="Arial"/>
              </a:rPr>
              <a:t>scoped review-branch history</a:t>
            </a:r>
          </a:p>
        </p:txBody>
      </p:sp>
      <p:sp>
        <p:nvSpPr>
          <p:cNvPr id="22" name="">
            <a:extLst xmlns:a="http://schemas.openxmlformats.org/drawingml/2006/main">
              <a:ext uri="{FF2B5EF4-FFF2-40B4-BE49-F238E27FC236}">
                <a16:creationId xmlns:a16="http://schemas.microsoft.com/office/drawing/2014/main" id="{EC4C526A-71B9-4584-A2A2-360868A628FA}"/>
              </a:ext>
            </a:extLst>
          </p:cNvPr>
          <p:cNvSpPr>
            <a:spLocks xmlns:a="http://schemas.openxmlformats.org/drawingml/2006/main" noGrp="1"/>
          </p:cNvSpPr>
          <p:nvPr/>
        </p:nvSpPr>
        <p:spPr>
          <a:xfrm xmlns:a="http://schemas.openxmlformats.org/drawingml/2006/main">
            <a:off x="1905000" y="5772150"/>
            <a:ext cx="838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a:solidFill>
                  <a:srgbClr val="47715F"/>
                </a:solidFill>
                <a:latin typeface="Arial"/>
                <a:ea typeface="Arial"/>
                <a:cs typeface="Arial"/>
              </a:defRPr>
            </a:pPr>
            <a:r>
              <a:rPr sz="1275" b="1">
                <a:solidFill>
                  <a:srgbClr val="47715F"/>
                </a:solidFill>
                <a:latin typeface="Arial"/>
                <a:ea typeface="Arial"/>
                <a:cs typeface="Arial"/>
              </a:rPr>
              <a:t>Individual GitHub authorship remains tied to the account that actually commits or reviews.</a:t>
            </a:r>
          </a:p>
        </p:txBody>
      </p:sp>
      <p:sp>
        <p:nvSpPr>
          <p:cNvPr id="23" name="">
            <a:extLst xmlns:a="http://schemas.openxmlformats.org/drawingml/2006/main">
              <a:ext uri="{FF2B5EF4-FFF2-40B4-BE49-F238E27FC236}">
                <a16:creationId xmlns:a16="http://schemas.microsoft.com/office/drawing/2014/main" id="{3EEF1579-28E7-4513-A221-4926D4E735EE}"/>
              </a:ext>
            </a:extLst>
          </p:cNvPr>
          <p:cNvSpPr>
            <a:spLocks xmlns:a="http://schemas.openxmlformats.org/drawingml/2006/main" noGrp="1"/>
          </p:cNvSpPr>
          <p:nvPr/>
        </p:nvSpPr>
        <p:spPr>
          <a:xfrm xmlns:a="http://schemas.openxmlformats.org/drawingml/2006/main">
            <a:off x="55245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5E6B66"/>
                </a:solidFill>
                <a:latin typeface="Arial"/>
                <a:ea typeface="Arial"/>
                <a:cs typeface="Arial"/>
              </a:defRPr>
            </a:pPr>
            <a:r>
              <a:rPr sz="825" b="0">
                <a:solidFill>
                  <a:srgbClr val="5E6B66"/>
                </a:solidFill>
                <a:latin typeface="Arial"/>
                <a:ea typeface="Arial"/>
                <a:cs typeface="Arial"/>
              </a:rPr>
              <a:t>PromptShala assessment review</a:t>
            </a:r>
          </a:p>
        </p:txBody>
      </p:sp>
      <p:sp>
        <p:nvSpPr>
          <p:cNvPr id="24" name="">
            <a:extLst xmlns:a="http://schemas.openxmlformats.org/drawingml/2006/main">
              <a:ext uri="{FF2B5EF4-FFF2-40B4-BE49-F238E27FC236}">
                <a16:creationId xmlns:a16="http://schemas.microsoft.com/office/drawing/2014/main" id="{F6B6BE3B-BA68-420C-A41B-61C10BB5C20F}"/>
              </a:ext>
            </a:extLst>
          </p:cNvPr>
          <p:cNvSpPr>
            <a:spLocks xmlns:a="http://schemas.openxmlformats.org/drawingml/2006/main" noGrp="1"/>
          </p:cNvSpPr>
          <p:nvPr/>
        </p:nvSpPr>
        <p:spPr>
          <a:xfrm xmlns:a="http://schemas.openxmlformats.org/drawingml/2006/main">
            <a:off x="11144250" y="649605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a:solidFill>
                  <a:srgbClr val="47715F"/>
                </a:solidFill>
                <a:latin typeface="Arial"/>
                <a:ea typeface="Arial"/>
                <a:cs typeface="Arial"/>
              </a:defRPr>
            </a:pPr>
            <a:r>
              <a:rPr sz="900" b="1">
                <a:solidFill>
                  <a:srgbClr val="47715F"/>
                </a:solidFill>
                <a:latin typeface="Arial"/>
                <a:ea typeface="Arial"/>
                <a:cs typeface="Arial"/>
              </a:rPr>
              <a:t>06</a:t>
            </a:r>
          </a:p>
        </p:txBody>
      </p:sp>
    </p:spTree>
    <p:extLst>
      <p:ext uri="{BB962C8B-B14F-4D97-AF65-F5344CB8AC3E}">
        <p14:creationId xmlns:p14="http://schemas.microsoft.com/office/powerpoint/2010/main" val="1179475020"/>
      </p:ext>
    </p:extLst>
  </p:cSld>
</p:sld>
</file>

<file path=ppt/slides/slide7.xml><?xml version="1.0" encoding="utf-8"?>
<p:sld xmlns:p="http://schemas.openxmlformats.org/presentationml/2006/main">
  <p:cSld>
    <p:bg>
      <p:bgPr>
        <a:solidFill xmlns:a="http://schemas.openxmlformats.org/drawingml/2006/main">
          <a:srgbClr val="102D2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27C009A-38A0-405E-B9DC-B3567E12F984}"/>
              </a:ext>
            </a:extLst>
          </p:cNvPr>
          <p:cNvSpPr>
            <a:spLocks xmlns:a="http://schemas.openxmlformats.org/drawingml/2006/main" noGrp="1"/>
          </p:cNvSpPr>
          <p:nvPr/>
        </p:nvSpPr>
        <p:spPr>
          <a:xfrm xmlns:a="http://schemas.openxmlformats.org/drawingml/2006/main">
            <a:off x="552450" y="361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a:solidFill>
                  <a:srgbClr val="F7F2E7"/>
                </a:solidFill>
                <a:latin typeface="Georgia"/>
                <a:ea typeface="Georgia"/>
                <a:cs typeface="Georgia"/>
              </a:defRPr>
            </a:pPr>
            <a:r>
              <a:rPr sz="3150" b="1">
                <a:solidFill>
                  <a:srgbClr val="F7F2E7"/>
                </a:solidFill>
                <a:latin typeface="Georgia"/>
                <a:ea typeface="Georgia"/>
                <a:cs typeface="Georgia"/>
              </a:rPr>
              <a:t>Next client review</a:t>
            </a:r>
          </a:p>
        </p:txBody>
      </p:sp>
      <p:sp>
        <p:nvSpPr>
          <p:cNvPr id="2" name="">
            <a:extLst xmlns:a="http://schemas.openxmlformats.org/drawingml/2006/main">
              <a:ext uri="{FF2B5EF4-FFF2-40B4-BE49-F238E27FC236}">
                <a16:creationId xmlns:a16="http://schemas.microsoft.com/office/drawing/2014/main" id="{66252DEE-9B75-4DFA-9197-D52B41AC9EB1}"/>
              </a:ext>
            </a:extLst>
          </p:cNvPr>
          <p:cNvSpPr>
            <a:spLocks xmlns:a="http://schemas.openxmlformats.org/drawingml/2006/main" noGrp="1"/>
          </p:cNvSpPr>
          <p:nvPr/>
        </p:nvSpPr>
        <p:spPr>
          <a:xfrm xmlns:a="http://schemas.openxmlformats.org/drawingml/2006/main">
            <a:off x="590550" y="10287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D8A23A"/>
                </a:solidFill>
                <a:latin typeface="Georgia"/>
                <a:ea typeface="Georgia"/>
                <a:cs typeface="Georgia"/>
              </a:defRPr>
            </a:pPr>
            <a:r>
              <a:rPr sz="2025" b="1">
                <a:solidFill>
                  <a:srgbClr val="D8A23A"/>
                </a:solidFill>
                <a:latin typeface="Georgia"/>
                <a:ea typeface="Georgia"/>
                <a:cs typeface="Georgia"/>
              </a:rPr>
              <a:t>Module 1 ready on staging by 20 September</a:t>
            </a:r>
          </a:p>
        </p:txBody>
      </p:sp>
      <p:sp>
        <p:nvSpPr>
          <p:cNvPr id="3" name="">
            <a:extLst xmlns:a="http://schemas.openxmlformats.org/drawingml/2006/main">
              <a:ext uri="{FF2B5EF4-FFF2-40B4-BE49-F238E27FC236}">
                <a16:creationId xmlns:a16="http://schemas.microsoft.com/office/drawing/2014/main" id="{560ABAFE-3A90-4BE5-8BFD-BE04D65F8526}"/>
              </a:ext>
            </a:extLst>
          </p:cNvPr>
          <p:cNvSpPr>
            <a:spLocks xmlns:a="http://schemas.openxmlformats.org/drawingml/2006/main" noGrp="1"/>
          </p:cNvSpPr>
          <p:nvPr/>
        </p:nvSpPr>
        <p:spPr>
          <a:xfrm xmlns:a="http://schemas.openxmlformats.org/drawingml/2006/main">
            <a:off x="609600" y="18097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DDE8DE"/>
                </a:solidFill>
                <a:latin typeface="Arial"/>
                <a:ea typeface="Arial"/>
                <a:cs typeface="Arial"/>
              </a:defRPr>
            </a:pPr>
            <a:r>
              <a:rPr sz="1425" b="1">
                <a:solidFill>
                  <a:srgbClr val="DDE8DE"/>
                </a:solidFill>
                <a:latin typeface="Arial"/>
                <a:ea typeface="Arial"/>
                <a:cs typeface="Arial"/>
              </a:rPr>
              <a:t>We will show</a:t>
            </a:r>
          </a:p>
        </p:txBody>
      </p:sp>
      <p:sp>
        <p:nvSpPr>
          <p:cNvPr id="4" name="">
            <a:extLst xmlns:a="http://schemas.openxmlformats.org/drawingml/2006/main">
              <a:ext uri="{FF2B5EF4-FFF2-40B4-BE49-F238E27FC236}">
                <a16:creationId xmlns:a16="http://schemas.microsoft.com/office/drawing/2014/main" id="{D371414E-EA02-4C67-AA2B-308FB2FFFBEC}"/>
              </a:ext>
            </a:extLst>
          </p:cNvPr>
          <p:cNvSpPr>
            <a:spLocks xmlns:a="http://schemas.openxmlformats.org/drawingml/2006/main" noGrp="1"/>
          </p:cNvSpPr>
          <p:nvPr/>
        </p:nvSpPr>
        <p:spPr>
          <a:xfrm xmlns:a="http://schemas.openxmlformats.org/drawingml/2006/main">
            <a:off x="609600" y="2305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E66B52"/>
                </a:solidFill>
                <a:latin typeface="Arial"/>
                <a:ea typeface="Arial"/>
                <a:cs typeface="Arial"/>
              </a:defRPr>
            </a:pPr>
            <a:r>
              <a:rPr sz="1050" b="1">
                <a:solidFill>
                  <a:srgbClr val="E66B5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E8F0A3A-3C0F-4878-A246-1CBC0B4E663F}"/>
              </a:ext>
            </a:extLst>
          </p:cNvPr>
          <p:cNvSpPr>
            <a:spLocks xmlns:a="http://schemas.openxmlformats.org/drawingml/2006/main" noGrp="1"/>
          </p:cNvSpPr>
          <p:nvPr/>
        </p:nvSpPr>
        <p:spPr>
          <a:xfrm xmlns:a="http://schemas.openxmlformats.org/drawingml/2006/main">
            <a:off x="1104900" y="22669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FFFFFF"/>
                </a:solidFill>
                <a:latin typeface="Arial"/>
                <a:ea typeface="Arial"/>
                <a:cs typeface="Arial"/>
              </a:defRPr>
            </a:pPr>
            <a:r>
              <a:rPr sz="1425" b="0">
                <a:solidFill>
                  <a:srgbClr val="FFFFFF"/>
                </a:solidFill>
                <a:latin typeface="Arial"/>
                <a:ea typeface="Arial"/>
                <a:cs typeface="Arial"/>
              </a:rPr>
              <a:t>Stable staging link with real sign-in</a:t>
            </a:r>
          </a:p>
        </p:txBody>
      </p:sp>
      <p:sp>
        <p:nvSpPr>
          <p:cNvPr id="6" name="">
            <a:extLst xmlns:a="http://schemas.openxmlformats.org/drawingml/2006/main">
              <a:ext uri="{FF2B5EF4-FFF2-40B4-BE49-F238E27FC236}">
                <a16:creationId xmlns:a16="http://schemas.microsoft.com/office/drawing/2014/main" id="{8C80A732-D38B-4CD0-8DF2-67FF158170A9}"/>
              </a:ext>
            </a:extLst>
          </p:cNvPr>
          <p:cNvSpPr>
            <a:spLocks xmlns:a="http://schemas.openxmlformats.org/drawingml/2006/main" noGrp="1"/>
          </p:cNvSpPr>
          <p:nvPr/>
        </p:nvSpPr>
        <p:spPr>
          <a:xfrm xmlns:a="http://schemas.openxmlformats.org/drawingml/2006/main">
            <a:off x="609600" y="30289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E66B52"/>
                </a:solidFill>
                <a:latin typeface="Arial"/>
                <a:ea typeface="Arial"/>
                <a:cs typeface="Arial"/>
              </a:defRPr>
            </a:pPr>
            <a:r>
              <a:rPr sz="1050" b="1">
                <a:solidFill>
                  <a:srgbClr val="E66B5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837A1DF-8823-4105-8D18-9DFD9F28DDE2}"/>
              </a:ext>
            </a:extLst>
          </p:cNvPr>
          <p:cNvSpPr>
            <a:spLocks xmlns:a="http://schemas.openxmlformats.org/drawingml/2006/main" noGrp="1"/>
          </p:cNvSpPr>
          <p:nvPr/>
        </p:nvSpPr>
        <p:spPr>
          <a:xfrm xmlns:a="http://schemas.openxmlformats.org/drawingml/2006/main">
            <a:off x="1104900" y="29908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FFFFFF"/>
                </a:solidFill>
                <a:latin typeface="Arial"/>
                <a:ea typeface="Arial"/>
                <a:cs typeface="Arial"/>
              </a:defRPr>
            </a:pPr>
            <a:r>
              <a:rPr sz="1425" b="0">
                <a:solidFill>
                  <a:srgbClr val="FFFFFF"/>
                </a:solidFill>
                <a:latin typeface="Arial"/>
                <a:ea typeface="Arial"/>
                <a:cs typeface="Arial"/>
              </a:rPr>
              <a:t>Two-participant RLS isolation evidence</a:t>
            </a:r>
          </a:p>
        </p:txBody>
      </p:sp>
      <p:sp>
        <p:nvSpPr>
          <p:cNvPr id="8" name="">
            <a:extLst xmlns:a="http://schemas.openxmlformats.org/drawingml/2006/main">
              <a:ext uri="{FF2B5EF4-FFF2-40B4-BE49-F238E27FC236}">
                <a16:creationId xmlns:a16="http://schemas.microsoft.com/office/drawing/2014/main" id="{72EE3604-1ACB-4057-8313-792B4CF1FD0D}"/>
              </a:ext>
            </a:extLst>
          </p:cNvPr>
          <p:cNvSpPr>
            <a:spLocks xmlns:a="http://schemas.openxmlformats.org/drawingml/2006/main" noGrp="1"/>
          </p:cNvSpPr>
          <p:nvPr/>
        </p:nvSpPr>
        <p:spPr>
          <a:xfrm xmlns:a="http://schemas.openxmlformats.org/drawingml/2006/main">
            <a:off x="609600" y="37528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E66B52"/>
                </a:solidFill>
                <a:latin typeface="Arial"/>
                <a:ea typeface="Arial"/>
                <a:cs typeface="Arial"/>
              </a:defRPr>
            </a:pPr>
            <a:r>
              <a:rPr sz="1050" b="1">
                <a:solidFill>
                  <a:srgbClr val="E66B52"/>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97CFDE16-F9B9-4E57-8F5E-10D5B69FA942}"/>
              </a:ext>
            </a:extLst>
          </p:cNvPr>
          <p:cNvSpPr>
            <a:spLocks xmlns:a="http://schemas.openxmlformats.org/drawingml/2006/main" noGrp="1"/>
          </p:cNvSpPr>
          <p:nvPr/>
        </p:nvSpPr>
        <p:spPr>
          <a:xfrm xmlns:a="http://schemas.openxmlformats.org/drawingml/2006/main">
            <a:off x="1104900" y="37147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FFFFFF"/>
                </a:solidFill>
                <a:latin typeface="Arial"/>
                <a:ea typeface="Arial"/>
                <a:cs typeface="Arial"/>
              </a:defRPr>
            </a:pPr>
            <a:r>
              <a:rPr sz="1425" b="0">
                <a:solidFill>
                  <a:srgbClr val="FFFFFF"/>
                </a:solidFill>
                <a:latin typeface="Arial"/>
                <a:ea typeface="Arial"/>
                <a:cs typeface="Arial"/>
              </a:rPr>
              <a:t>Server-backed lesson, quiz and progress persistence</a:t>
            </a:r>
          </a:p>
        </p:txBody>
      </p:sp>
      <p:sp>
        <p:nvSpPr>
          <p:cNvPr id="10" name="">
            <a:extLst xmlns:a="http://schemas.openxmlformats.org/drawingml/2006/main">
              <a:ext uri="{FF2B5EF4-FFF2-40B4-BE49-F238E27FC236}">
                <a16:creationId xmlns:a16="http://schemas.microsoft.com/office/drawing/2014/main" id="{D37672E1-1F08-4404-991A-509F48E7AC26}"/>
              </a:ext>
            </a:extLst>
          </p:cNvPr>
          <p:cNvSpPr>
            <a:spLocks xmlns:a="http://schemas.openxmlformats.org/drawingml/2006/main" noGrp="1"/>
          </p:cNvSpPr>
          <p:nvPr/>
        </p:nvSpPr>
        <p:spPr>
          <a:xfrm xmlns:a="http://schemas.openxmlformats.org/drawingml/2006/main">
            <a:off x="609600" y="44767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E66B52"/>
                </a:solidFill>
                <a:latin typeface="Arial"/>
                <a:ea typeface="Arial"/>
                <a:cs typeface="Arial"/>
              </a:defRPr>
            </a:pPr>
            <a:r>
              <a:rPr sz="1050" b="1">
                <a:solidFill>
                  <a:srgbClr val="E66B52"/>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2CAE1531-4537-48FD-B15C-54B4A22BDAFD}"/>
              </a:ext>
            </a:extLst>
          </p:cNvPr>
          <p:cNvSpPr>
            <a:spLocks xmlns:a="http://schemas.openxmlformats.org/drawingml/2006/main" noGrp="1"/>
          </p:cNvSpPr>
          <p:nvPr/>
        </p:nvSpPr>
        <p:spPr>
          <a:xfrm xmlns:a="http://schemas.openxmlformats.org/drawingml/2006/main">
            <a:off x="1104900" y="44386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FFFFFF"/>
                </a:solidFill>
                <a:latin typeface="Arial"/>
                <a:ea typeface="Arial"/>
                <a:cs typeface="Arial"/>
              </a:defRPr>
            </a:pPr>
            <a:r>
              <a:rPr sz="1425" b="0">
                <a:solidFill>
                  <a:srgbClr val="FFFFFF"/>
                </a:solidFill>
                <a:latin typeface="Arial"/>
                <a:ea typeface="Arial"/>
                <a:cs typeface="Arial"/>
              </a:rPr>
              <a:t>Module 1 test report with accessibility checks</a:t>
            </a:r>
          </a:p>
        </p:txBody>
      </p:sp>
      <p:sp>
        <p:nvSpPr>
          <p:cNvPr id="12" name="">
            <a:extLst xmlns:a="http://schemas.openxmlformats.org/drawingml/2006/main">
              <a:ext uri="{FF2B5EF4-FFF2-40B4-BE49-F238E27FC236}">
                <a16:creationId xmlns:a16="http://schemas.microsoft.com/office/drawing/2014/main" id="{6699EC0B-A9B6-4935-8E2E-FC168C55B885}"/>
              </a:ext>
            </a:extLst>
          </p:cNvPr>
          <p:cNvSpPr>
            <a:spLocks xmlns:a="http://schemas.openxmlformats.org/drawingml/2006/main" noGrp="1"/>
          </p:cNvSpPr>
          <p:nvPr/>
        </p:nvSpPr>
        <p:spPr>
          <a:xfrm xmlns:a="http://schemas.openxmlformats.org/drawingml/2006/main">
            <a:off x="6438900" y="180975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DDE8DE"/>
                </a:solidFill>
                <a:latin typeface="Arial"/>
                <a:ea typeface="Arial"/>
                <a:cs typeface="Arial"/>
              </a:defRPr>
            </a:pPr>
            <a:r>
              <a:rPr sz="1425" b="1">
                <a:solidFill>
                  <a:srgbClr val="DDE8DE"/>
                </a:solidFill>
                <a:latin typeface="Arial"/>
                <a:ea typeface="Arial"/>
                <a:cs typeface="Arial"/>
              </a:rPr>
              <a:t>Client confirmation needed</a:t>
            </a:r>
          </a:p>
        </p:txBody>
      </p:sp>
      <p:sp>
        <p:nvSpPr>
          <p:cNvPr id="13" name="">
            <a:extLst xmlns:a="http://schemas.openxmlformats.org/drawingml/2006/main">
              <a:ext uri="{FF2B5EF4-FFF2-40B4-BE49-F238E27FC236}">
                <a16:creationId xmlns:a16="http://schemas.microsoft.com/office/drawing/2014/main" id="{B8E19F57-3695-4C0D-BD63-F5CD6780F9D0}"/>
              </a:ext>
            </a:extLst>
          </p:cNvPr>
          <p:cNvSpPr>
            <a:spLocks xmlns:a="http://schemas.openxmlformats.org/drawingml/2006/main" noGrp="1"/>
          </p:cNvSpPr>
          <p:nvPr/>
        </p:nvSpPr>
        <p:spPr>
          <a:xfrm xmlns:a="http://schemas.openxmlformats.org/drawingml/2006/main">
            <a:off x="6438900" y="23050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79DBF129-374A-4F62-A112-541D192720E8}"/>
              </a:ext>
            </a:extLst>
          </p:cNvPr>
          <p:cNvSpPr>
            <a:spLocks xmlns:a="http://schemas.openxmlformats.org/drawingml/2006/main" noGrp="1"/>
          </p:cNvSpPr>
          <p:nvPr/>
        </p:nvSpPr>
        <p:spPr>
          <a:xfrm xmlns:a="http://schemas.openxmlformats.org/drawingml/2006/main">
            <a:off x="6934200" y="22669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FFFFFF"/>
                </a:solidFill>
                <a:latin typeface="Arial"/>
                <a:ea typeface="Arial"/>
                <a:cs typeface="Arial"/>
              </a:defRPr>
            </a:pPr>
            <a:r>
              <a:rPr sz="1425" b="0">
                <a:solidFill>
                  <a:srgbClr val="FFFFFF"/>
                </a:solidFill>
                <a:latin typeface="Arial"/>
                <a:ea typeface="Arial"/>
                <a:cs typeface="Arial"/>
              </a:rPr>
              <a:t>CRAFT wording and first three scenarios</a:t>
            </a:r>
          </a:p>
        </p:txBody>
      </p:sp>
      <p:sp>
        <p:nvSpPr>
          <p:cNvPr id="15" name="">
            <a:extLst xmlns:a="http://schemas.openxmlformats.org/drawingml/2006/main">
              <a:ext uri="{FF2B5EF4-FFF2-40B4-BE49-F238E27FC236}">
                <a16:creationId xmlns:a16="http://schemas.microsoft.com/office/drawing/2014/main" id="{08C9C061-9808-40C0-954D-BE44705B070F}"/>
              </a:ext>
            </a:extLst>
          </p:cNvPr>
          <p:cNvSpPr>
            <a:spLocks xmlns:a="http://schemas.openxmlformats.org/drawingml/2006/main" noGrp="1"/>
          </p:cNvSpPr>
          <p:nvPr/>
        </p:nvSpPr>
        <p:spPr>
          <a:xfrm xmlns:a="http://schemas.openxmlformats.org/drawingml/2006/main">
            <a:off x="6438900" y="30289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C30A4496-BDB8-495F-B542-4262CF9BD91A}"/>
              </a:ext>
            </a:extLst>
          </p:cNvPr>
          <p:cNvSpPr>
            <a:spLocks xmlns:a="http://schemas.openxmlformats.org/drawingml/2006/main" noGrp="1"/>
          </p:cNvSpPr>
          <p:nvPr/>
        </p:nvSpPr>
        <p:spPr>
          <a:xfrm xmlns:a="http://schemas.openxmlformats.org/drawingml/2006/main">
            <a:off x="6934200" y="29908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FFFFFF"/>
                </a:solidFill>
                <a:latin typeface="Arial"/>
                <a:ea typeface="Arial"/>
                <a:cs typeface="Arial"/>
              </a:defRPr>
            </a:pPr>
            <a:r>
              <a:rPr sz="1425" b="0">
                <a:solidFill>
                  <a:srgbClr val="FFFFFF"/>
                </a:solidFill>
                <a:latin typeface="Arial"/>
                <a:ea typeface="Arial"/>
                <a:cs typeface="Arial"/>
              </a:rPr>
              <a:t>Pilot subjects, grades and language preferences</a:t>
            </a:r>
          </a:p>
        </p:txBody>
      </p:sp>
      <p:sp>
        <p:nvSpPr>
          <p:cNvPr id="17" name="">
            <a:extLst xmlns:a="http://schemas.openxmlformats.org/drawingml/2006/main">
              <a:ext uri="{FF2B5EF4-FFF2-40B4-BE49-F238E27FC236}">
                <a16:creationId xmlns:a16="http://schemas.microsoft.com/office/drawing/2014/main" id="{B5A02DA0-C2E3-457F-8C7B-BFFED2E2A510}"/>
              </a:ext>
            </a:extLst>
          </p:cNvPr>
          <p:cNvSpPr>
            <a:spLocks xmlns:a="http://schemas.openxmlformats.org/drawingml/2006/main" noGrp="1"/>
          </p:cNvSpPr>
          <p:nvPr/>
        </p:nvSpPr>
        <p:spPr>
          <a:xfrm xmlns:a="http://schemas.openxmlformats.org/drawingml/2006/main">
            <a:off x="6438900" y="37528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E63A71B5-F8AA-44DC-8005-B17ADAF9FCE3}"/>
              </a:ext>
            </a:extLst>
          </p:cNvPr>
          <p:cNvSpPr>
            <a:spLocks xmlns:a="http://schemas.openxmlformats.org/drawingml/2006/main" noGrp="1"/>
          </p:cNvSpPr>
          <p:nvPr/>
        </p:nvSpPr>
        <p:spPr>
          <a:xfrm xmlns:a="http://schemas.openxmlformats.org/drawingml/2006/main">
            <a:off x="6934200" y="37147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FFFFFF"/>
                </a:solidFill>
                <a:latin typeface="Arial"/>
                <a:ea typeface="Arial"/>
                <a:cs typeface="Arial"/>
              </a:defRPr>
            </a:pPr>
            <a:r>
              <a:rPr sz="1425" b="0">
                <a:solidFill>
                  <a:srgbClr val="FFFFFF"/>
                </a:solidFill>
                <a:latin typeface="Arial"/>
                <a:ea typeface="Arial"/>
                <a:cs typeface="Arial"/>
              </a:rPr>
              <a:t>Privacy and teacher-review wording</a:t>
            </a:r>
          </a:p>
        </p:txBody>
      </p:sp>
      <p:sp>
        <p:nvSpPr>
          <p:cNvPr id="19" name="">
            <a:extLst xmlns:a="http://schemas.openxmlformats.org/drawingml/2006/main">
              <a:ext uri="{FF2B5EF4-FFF2-40B4-BE49-F238E27FC236}">
                <a16:creationId xmlns:a16="http://schemas.microsoft.com/office/drawing/2014/main" id="{E9E710DF-053A-4B79-8BEE-15A9035AF32E}"/>
              </a:ext>
            </a:extLst>
          </p:cNvPr>
          <p:cNvSpPr>
            <a:spLocks xmlns:a="http://schemas.openxmlformats.org/drawingml/2006/main" noGrp="1"/>
          </p:cNvSpPr>
          <p:nvPr/>
        </p:nvSpPr>
        <p:spPr>
          <a:xfrm xmlns:a="http://schemas.openxmlformats.org/drawingml/2006/main">
            <a:off x="6438900" y="44767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D8A23A"/>
                </a:solidFill>
                <a:latin typeface="Arial"/>
                <a:ea typeface="Arial"/>
                <a:cs typeface="Arial"/>
              </a:defRPr>
            </a:pPr>
            <a:r>
              <a:rPr sz="1050" b="1">
                <a:solidFill>
                  <a:srgbClr val="D8A23A"/>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CF8D3028-9653-4F53-B4E9-8EB8BA26A747}"/>
              </a:ext>
            </a:extLst>
          </p:cNvPr>
          <p:cNvSpPr>
            <a:spLocks xmlns:a="http://schemas.openxmlformats.org/drawingml/2006/main" noGrp="1"/>
          </p:cNvSpPr>
          <p:nvPr/>
        </p:nvSpPr>
        <p:spPr>
          <a:xfrm xmlns:a="http://schemas.openxmlformats.org/drawingml/2006/main">
            <a:off x="6934200" y="44386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FFFFFF"/>
                </a:solidFill>
                <a:latin typeface="Arial"/>
                <a:ea typeface="Arial"/>
                <a:cs typeface="Arial"/>
              </a:defRPr>
            </a:pPr>
            <a:r>
              <a:rPr sz="1425" b="0">
                <a:solidFill>
                  <a:srgbClr val="FFFFFF"/>
                </a:solidFill>
                <a:latin typeface="Arial"/>
                <a:ea typeface="Arial"/>
                <a:cs typeface="Arial"/>
              </a:rPr>
              <a:t>One non-sensitive syllabus or worksheet</a:t>
            </a:r>
          </a:p>
        </p:txBody>
      </p:sp>
      <p:sp>
        <p:nvSpPr>
          <p:cNvPr id="21" name="">
            <a:extLst xmlns:a="http://schemas.openxmlformats.org/drawingml/2006/main">
              <a:ext uri="{FF2B5EF4-FFF2-40B4-BE49-F238E27FC236}">
                <a16:creationId xmlns:a16="http://schemas.microsoft.com/office/drawing/2014/main" id="{4FE8CCDE-830A-46CE-A346-241CE32F0BDD}"/>
              </a:ext>
            </a:extLst>
          </p:cNvPr>
          <p:cNvSpPr>
            <a:spLocks xmlns:a="http://schemas.openxmlformats.org/drawingml/2006/main" noGrp="1"/>
          </p:cNvSpPr>
          <p:nvPr/>
        </p:nvSpPr>
        <p:spPr>
          <a:xfrm xmlns:a="http://schemas.openxmlformats.org/drawingml/2006/main">
            <a:off x="1828800" y="5810250"/>
            <a:ext cx="8534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50" b="1">
                <a:solidFill>
                  <a:srgbClr val="F7F2E7"/>
                </a:solidFill>
                <a:latin typeface="Georgia"/>
                <a:ea typeface="Georgia"/>
                <a:cs typeface="Georgia"/>
              </a:defRPr>
            </a:pPr>
            <a:r>
              <a:rPr sz="1650" b="1">
                <a:solidFill>
                  <a:srgbClr val="F7F2E7"/>
                </a:solidFill>
                <a:latin typeface="Georgia"/>
                <a:ea typeface="Georgia"/>
                <a:cs typeface="Georgia"/>
              </a:rPr>
              <a:t>Final project presentation remains fixed for 15 October 2026</a:t>
            </a:r>
          </a:p>
        </p:txBody>
      </p:sp>
      <p:sp>
        <p:nvSpPr>
          <p:cNvPr id="22" name="">
            <a:extLst xmlns:a="http://schemas.openxmlformats.org/drawingml/2006/main">
              <a:ext uri="{FF2B5EF4-FFF2-40B4-BE49-F238E27FC236}">
                <a16:creationId xmlns:a16="http://schemas.microsoft.com/office/drawing/2014/main" id="{67C09811-061F-4B53-AF0C-15684F3055B9}"/>
              </a:ext>
            </a:extLst>
          </p:cNvPr>
          <p:cNvSpPr>
            <a:spLocks xmlns:a="http://schemas.openxmlformats.org/drawingml/2006/main" noGrp="1"/>
          </p:cNvSpPr>
          <p:nvPr/>
        </p:nvSpPr>
        <p:spPr>
          <a:xfrm xmlns:a="http://schemas.openxmlformats.org/drawingml/2006/main">
            <a:off x="552450" y="6515100"/>
            <a:ext cx="409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5E6B66"/>
                </a:solidFill>
                <a:latin typeface="Arial"/>
                <a:ea typeface="Arial"/>
                <a:cs typeface="Arial"/>
              </a:defRPr>
            </a:pPr>
            <a:r>
              <a:rPr sz="825" b="0">
                <a:solidFill>
                  <a:srgbClr val="5E6B66"/>
                </a:solidFill>
                <a:latin typeface="Arial"/>
                <a:ea typeface="Arial"/>
                <a:cs typeface="Arial"/>
              </a:rPr>
              <a:t>PromptShala assessment review, 10 September 2026</a:t>
            </a:r>
          </a:p>
        </p:txBody>
      </p:sp>
      <p:sp>
        <p:nvSpPr>
          <p:cNvPr id="23" name="">
            <a:extLst xmlns:a="http://schemas.openxmlformats.org/drawingml/2006/main">
              <a:ext uri="{FF2B5EF4-FFF2-40B4-BE49-F238E27FC236}">
                <a16:creationId xmlns:a16="http://schemas.microsoft.com/office/drawing/2014/main" id="{1F57E733-4D85-4036-81AA-DFC69F49EDD4}"/>
              </a:ext>
            </a:extLst>
          </p:cNvPr>
          <p:cNvSpPr>
            <a:spLocks xmlns:a="http://schemas.openxmlformats.org/drawingml/2006/main" noGrp="1"/>
          </p:cNvSpPr>
          <p:nvPr/>
        </p:nvSpPr>
        <p:spPr>
          <a:xfrm xmlns:a="http://schemas.openxmlformats.org/drawingml/2006/main">
            <a:off x="11144250" y="649605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a:solidFill>
                  <a:srgbClr val="47715F"/>
                </a:solidFill>
                <a:latin typeface="Arial"/>
                <a:ea typeface="Arial"/>
                <a:cs typeface="Arial"/>
              </a:defRPr>
            </a:pPr>
            <a:r>
              <a:rPr sz="900" b="1">
                <a:solidFill>
                  <a:srgbClr val="47715F"/>
                </a:solidFill>
                <a:latin typeface="Arial"/>
                <a:ea typeface="Arial"/>
                <a:cs typeface="Arial"/>
              </a:rPr>
              <a:t>07</a:t>
            </a:r>
          </a:p>
        </p:txBody>
      </p:sp>
    </p:spTree>
    <p:extLst>
      <p:ext uri="{BB962C8B-B14F-4D97-AF65-F5344CB8AC3E}">
        <p14:creationId xmlns:p14="http://schemas.microsoft.com/office/powerpoint/2010/main" val="1969775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2026-09-09T01:20:29.9840000Z</dcterms:created>
  <dcterms:modified xsi:type="dcterms:W3CDTF">2026-09-09T01:20:29.9840000Z</dcterms:modified>
</coreProperties>
</file>